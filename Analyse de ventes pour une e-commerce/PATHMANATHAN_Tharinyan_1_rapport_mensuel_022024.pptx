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4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99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E67AA-69DF-C9EE-3664-DB23D155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BD712B-7A1D-D26A-F9F7-287877EDE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E5A20D-E251-229D-1131-0ADB4A3AE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956B54-759D-50EA-4D12-7BC8DB33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66D5EA-2884-06DB-25BE-E682E789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0435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F3B35E-3E17-8B86-3C49-C14CE5E4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C552A5-66ED-735C-5523-C3FBE0AE6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91866-7094-D5BF-5049-2DBD8EAB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14FBA2-6B86-9B7A-C4B5-C0CBCD6B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6AE2AC-350D-4D14-2E4F-D85494C4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73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B6EF0-DB1E-9A34-2741-E95BFBDD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849F6C-D1C8-7EE1-BA1F-2703EC9E4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7244AB-36FC-31D7-A042-471F1422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2D8ED0-349F-3B2D-9A71-BCA5B9BA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617C2D-04F1-AF66-BBCB-F2C7915C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15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A76072-C7A1-02F6-81F5-EF5FD52C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E8CC17-68FF-1A61-7EBF-F6C64C632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65104A-0C43-C325-CF3D-9287C7495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5D0D02-E56C-F125-6273-2FDEAE2D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5B98EB-087B-6946-77F0-A614CBCA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24A72D-2B86-FE01-03FB-9FA74110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85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8BA2D-ABD7-AA0E-FEBE-342D8F2F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FBBCC4-8648-0C4B-E110-247658500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02B942-F4DD-F5D7-E513-F3E77F85A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A5DC5A5-171F-2613-40F8-8F6026D7C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F2B81E-940C-4C9A-E945-BEF9FC279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BEDE5BB-5D50-AC33-CB7A-B448913A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4A2C8A-B696-E9F1-C54E-1402A027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1BD8C83-2744-2DD2-5D8B-DDAF0613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21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A9034-EF1C-ED39-ED8C-18D282A2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C72A45-D86D-EF67-4694-582E2139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291710-61F7-0DC4-AEED-F1B6F803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891C2C-13FD-32AF-1EED-AB70F7F6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77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6FE707-E8C1-BA4E-0E4A-F25A33F2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8A43FB-0E77-9C48-A8FF-7901C3DE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31E8B1-D8B2-9503-21CF-F7CCEA51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42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6E9EC9-8ED4-7A4B-310B-5143DA33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0F4FF-39D9-87DE-5FB0-9B7DAC37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0C2BE3-805F-25F3-BCE7-173AB064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1FDB9A-FF05-2BFA-0444-8943F94D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DBA7ED-7B68-A80F-F617-CE8B14143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1B7206-4362-3982-BE0F-B634323D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02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32C08-938A-AFF0-46C3-3F377130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692ABC8-8286-69FA-B8B8-656CEFA78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61487D-002E-0933-DB14-E9D7A6076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914380-7E97-10C6-471F-FFA19736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6F75E4-E3DD-16BD-6741-46FE4FFB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A7FA52-3D8E-085D-66FD-09F890ED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14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2DA769-67BD-95CF-E035-C807DA81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1307F2-23A3-522B-B6E2-E996BA8EF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8EC0F7-339D-AC4A-BA5D-BFB93698F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697E-588A-AE49-A5CF-5BF7CBDA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521954-02AB-1B32-C0C0-D4F26EF1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1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2CF16E-265B-2DC9-7749-1D66580FF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F0F5080-E87B-E59C-2AE9-57901B140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4B323-3EAE-3792-E24E-9C0A98B3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95C115-B6C3-904E-E576-7278433A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671C50-81FA-4F3A-4E1A-7A61DCF7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48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944994-E8E5-2CBF-45B7-F227C8CB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EE10A6-3D63-0B9F-C71F-593258513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1D8D6B-9618-E3DD-29DE-B87F9630F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04BB8-BFF7-492E-AA7C-F06F2018BEEA}" type="datetimeFigureOut">
              <a:rPr lang="fr-FR" smtClean="0"/>
              <a:t>25/02/2024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624DB5-4369-61CF-04B2-A768A5DF1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8D4F30-0B3D-C1DD-3C94-F51475524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03BA8-3B0E-4798-BE57-39B67F185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83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A1CEF-A31E-25E5-D990-AC6DF2025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/>
          <a:lstStyle/>
          <a:p>
            <a:r>
              <a:rPr lang="fr-FR" dirty="0">
                <a:latin typeface="ADLaM Display" panose="020B0604020202020204" pitchFamily="2" charset="0"/>
                <a:ea typeface="ADLaM Display" panose="020B0604020202020204" pitchFamily="2" charset="0"/>
                <a:cs typeface="ADLaM Display" panose="020B0604020202020204" pitchFamily="2" charset="0"/>
              </a:rPr>
              <a:t>Analyse de vente du Grand Marché</a:t>
            </a:r>
          </a:p>
        </p:txBody>
      </p:sp>
    </p:spTree>
    <p:extLst>
      <p:ext uri="{BB962C8B-B14F-4D97-AF65-F5344CB8AC3E}">
        <p14:creationId xmlns:p14="http://schemas.microsoft.com/office/powerpoint/2010/main" val="327671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41B609-445F-D20F-0B19-1F754EA4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 proportion des ventes par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catégorie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produit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et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l’évolution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du chiffre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d’affaires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dans les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prochains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mois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Espace réservé du contenu 6" descr="Une image contenant texte, capture d’écran, ligne, Caractère coloré&#10;&#10;Description générée automatiquement">
            <a:extLst>
              <a:ext uri="{FF2B5EF4-FFF2-40B4-BE49-F238E27FC236}">
                <a16:creationId xmlns:a16="http://schemas.microsoft.com/office/drawing/2014/main" id="{7E6C2936-A066-F4C2-75E2-BF32A4FAD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19991"/>
            <a:ext cx="7225748" cy="561801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D4FF105-72B6-0B60-5134-57F278CB5B08}"/>
              </a:ext>
            </a:extLst>
          </p:cNvPr>
          <p:cNvSpPr txBox="1"/>
          <p:nvPr/>
        </p:nvSpPr>
        <p:spPr>
          <a:xfrm>
            <a:off x="5857011" y="478712"/>
            <a:ext cx="451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Graphique 12</a:t>
            </a:r>
          </a:p>
        </p:txBody>
      </p:sp>
    </p:spTree>
    <p:extLst>
      <p:ext uri="{BB962C8B-B14F-4D97-AF65-F5344CB8AC3E}">
        <p14:creationId xmlns:p14="http://schemas.microsoft.com/office/powerpoint/2010/main" val="334643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41B609-445F-D20F-0B19-1F754EA4B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le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montant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des 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achats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des clients (</a:t>
            </a:r>
            <a:r>
              <a:rPr lang="en-US" sz="16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montant</a:t>
            </a: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du panier)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et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 temps passé par les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visiteurs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sur le site web (pour les sessions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ayant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abouti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à un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achat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6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Espace réservé du contenu 6" descr="Une image contenant capture d’écran, visualisation&#10;&#10;Description générée automatiquement">
            <a:extLst>
              <a:ext uri="{FF2B5EF4-FFF2-40B4-BE49-F238E27FC236}">
                <a16:creationId xmlns:a16="http://schemas.microsoft.com/office/drawing/2014/main" id="{EFEED4B9-BF7E-6449-621D-49C4F58DC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19991"/>
            <a:ext cx="7225748" cy="561801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E84AFA6-E091-E30F-D57E-C48F3B55CADA}"/>
              </a:ext>
            </a:extLst>
          </p:cNvPr>
          <p:cNvSpPr txBox="1"/>
          <p:nvPr/>
        </p:nvSpPr>
        <p:spPr>
          <a:xfrm>
            <a:off x="6001087" y="478712"/>
            <a:ext cx="423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Graphique 5</a:t>
            </a:r>
          </a:p>
        </p:txBody>
      </p:sp>
    </p:spTree>
    <p:extLst>
      <p:ext uri="{BB962C8B-B14F-4D97-AF65-F5344CB8AC3E}">
        <p14:creationId xmlns:p14="http://schemas.microsoft.com/office/powerpoint/2010/main" val="102025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F648E8-5A1C-FE85-4C43-947E9181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</a:t>
            </a:r>
            <a:r>
              <a:rPr lang="en-US" sz="1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atio (</a:t>
            </a:r>
            <a:r>
              <a:rPr lang="en-US" sz="14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nombre</a:t>
            </a:r>
            <a:r>
              <a:rPr lang="en-US" sz="1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14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d’achats</a:t>
            </a:r>
            <a:r>
              <a:rPr lang="en-US" sz="1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des clients)/(</a:t>
            </a:r>
            <a:r>
              <a:rPr lang="en-US" sz="14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nombre</a:t>
            </a:r>
            <a:r>
              <a:rPr lang="en-US" sz="1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de </a:t>
            </a:r>
            <a:r>
              <a:rPr lang="en-US" sz="14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visites</a:t>
            </a:r>
            <a:r>
              <a:rPr lang="en-US" sz="1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) au </a:t>
            </a:r>
            <a:r>
              <a:rPr lang="en-US" sz="1400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cours</a:t>
            </a:r>
            <a:r>
              <a:rPr lang="en-US" sz="1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du temps</a:t>
            </a:r>
            <a:endParaRPr lang="en-US" sz="1400" kern="1200" dirty="0">
              <a:solidFill>
                <a:srgbClr val="FFFFFF"/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9" name="Espace réservé du contenu 8" descr="Une image contenant lign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3521F231-0D32-EF34-CFF8-0C55E811D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19991"/>
            <a:ext cx="7225748" cy="561801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A9A8F67-3404-A3F8-FC6D-681C37AF6C70}"/>
              </a:ext>
            </a:extLst>
          </p:cNvPr>
          <p:cNvSpPr txBox="1"/>
          <p:nvPr/>
        </p:nvSpPr>
        <p:spPr>
          <a:xfrm>
            <a:off x="5390575" y="602172"/>
            <a:ext cx="544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Graphique 3</a:t>
            </a:r>
          </a:p>
        </p:txBody>
      </p:sp>
    </p:spTree>
    <p:extLst>
      <p:ext uri="{BB962C8B-B14F-4D97-AF65-F5344CB8AC3E}">
        <p14:creationId xmlns:p14="http://schemas.microsoft.com/office/powerpoint/2010/main" val="2487562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F648E8-5A1C-FE85-4C43-947E9181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03" y="2484158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1600" dirty="0">
                <a:solidFill>
                  <a:schemeClr val="bg1"/>
                </a:solidFill>
              </a:rPr>
              <a:t>Evolution du nombre d'achats des clients</a:t>
            </a:r>
            <a:br>
              <a:rPr lang="fr-FR" sz="1600" dirty="0">
                <a:solidFill>
                  <a:schemeClr val="bg1"/>
                </a:solidFill>
              </a:rPr>
            </a:br>
            <a:br>
              <a:rPr lang="fr-FR" sz="1600" dirty="0">
                <a:solidFill>
                  <a:schemeClr val="bg1"/>
                </a:solidFill>
              </a:rPr>
            </a:br>
            <a:br>
              <a:rPr lang="fr-FR" sz="1600" dirty="0">
                <a:solidFill>
                  <a:schemeClr val="bg1"/>
                </a:solidFill>
              </a:rPr>
            </a:br>
            <a:r>
              <a:rPr lang="fr-FR" sz="1600" dirty="0">
                <a:solidFill>
                  <a:schemeClr val="bg1"/>
                </a:solidFill>
              </a:rPr>
              <a:t>et</a:t>
            </a:r>
            <a:br>
              <a:rPr lang="fr-FR" sz="1600" dirty="0">
                <a:solidFill>
                  <a:schemeClr val="bg1"/>
                </a:solidFill>
              </a:rPr>
            </a:br>
            <a:br>
              <a:rPr lang="fr-FR" sz="1600" dirty="0">
                <a:solidFill>
                  <a:schemeClr val="bg1"/>
                </a:solidFill>
              </a:rPr>
            </a:br>
            <a:r>
              <a:rPr lang="fr-FR" sz="1600" dirty="0">
                <a:solidFill>
                  <a:schemeClr val="bg1"/>
                </a:solidFill>
              </a:rPr>
              <a:t>du nombre de visites sur le site web au cours du temps et la prévision du chiffre d’affaires </a:t>
            </a:r>
            <a:endParaRPr lang="en-US" sz="1600" kern="1200" dirty="0">
              <a:solidFill>
                <a:schemeClr val="bg1"/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A9A8F67-3404-A3F8-FC6D-681C37AF6C70}"/>
              </a:ext>
            </a:extLst>
          </p:cNvPr>
          <p:cNvSpPr txBox="1"/>
          <p:nvPr/>
        </p:nvSpPr>
        <p:spPr>
          <a:xfrm>
            <a:off x="5390575" y="417506"/>
            <a:ext cx="544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Graphique 2</a:t>
            </a:r>
          </a:p>
        </p:txBody>
      </p:sp>
      <p:pic>
        <p:nvPicPr>
          <p:cNvPr id="5" name="Espace réservé du contenu 3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450C6222-5D15-8825-1521-2AC9F7617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668" y="905666"/>
            <a:ext cx="6877956" cy="534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F648E8-5A1C-FE85-4C43-947E9181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59" y="3031879"/>
            <a:ext cx="3205819" cy="1063372"/>
          </a:xfrm>
        </p:spPr>
        <p:txBody>
          <a:bodyPr vert="horz" lIns="91440" tIns="45720" rIns="91440" bIns="45720" numCol="1" rtlCol="0" anchor="b">
            <a:normAutofit/>
          </a:bodyPr>
          <a:lstStyle/>
          <a:p>
            <a:r>
              <a:rPr lang="en-US" sz="1600" kern="1200" dirty="0">
                <a:solidFill>
                  <a:schemeClr val="bg1"/>
                </a:solidFill>
                <a:ea typeface="+mj-ea"/>
                <a:cs typeface="+mj-cs"/>
              </a:rPr>
              <a:t>Evolution </a:t>
            </a:r>
            <a:r>
              <a:rPr lang="fr-FR" sz="1600" dirty="0">
                <a:solidFill>
                  <a:schemeClr val="bg1"/>
                </a:solidFill>
                <a:effectLst/>
              </a:rPr>
              <a:t>de la variabilité du temps passé par les visiteurs sur le site web (pour les sessions ayant abouti à un achat)</a:t>
            </a:r>
            <a:endParaRPr lang="en-US" sz="1600" kern="1200" dirty="0">
              <a:solidFill>
                <a:schemeClr val="bg1"/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7497BF-0891-4EDE-58CD-CD21301DA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489098"/>
            <a:ext cx="7065328" cy="495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 err="1"/>
              <a:t>Graphique</a:t>
            </a:r>
            <a:r>
              <a:rPr lang="en-US" sz="2000" dirty="0"/>
              <a:t> 15</a:t>
            </a:r>
          </a:p>
        </p:txBody>
      </p:sp>
      <p:pic>
        <p:nvPicPr>
          <p:cNvPr id="3" name="Espace réservé du contenu 6" descr="Une image contenant texte, diagramme, capture d’écran, Rectangle&#10;&#10;Description générée automatiquement">
            <a:extLst>
              <a:ext uri="{FF2B5EF4-FFF2-40B4-BE49-F238E27FC236}">
                <a16:creationId xmlns:a16="http://schemas.microsoft.com/office/drawing/2014/main" id="{91487BAE-E48F-26FF-471D-6A30F1567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151" y="1050861"/>
            <a:ext cx="7065328" cy="549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16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5F3BA46F29084CB8902F0355067B91" ma:contentTypeVersion="13" ma:contentTypeDescription="Crée un document." ma:contentTypeScope="" ma:versionID="3711a489935dd3092e829cd1e4db598b">
  <xsd:schema xmlns:xsd="http://www.w3.org/2001/XMLSchema" xmlns:xs="http://www.w3.org/2001/XMLSchema" xmlns:p="http://schemas.microsoft.com/office/2006/metadata/properties" xmlns:ns3="f7190463-2767-47a7-8811-88d5ed0b82ca" xmlns:ns4="a3c38f1a-2962-413d-9382-d3467777c85f" targetNamespace="http://schemas.microsoft.com/office/2006/metadata/properties" ma:root="true" ma:fieldsID="9cb152bc29427162c51f223665ecd1e6" ns3:_="" ns4:_="">
    <xsd:import namespace="f7190463-2767-47a7-8811-88d5ed0b82ca"/>
    <xsd:import namespace="a3c38f1a-2962-413d-9382-d3467777c85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90463-2767-47a7-8811-88d5ed0b82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c38f1a-2962-413d-9382-d3467777c85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190463-2767-47a7-8811-88d5ed0b82ca" xsi:nil="true"/>
  </documentManagement>
</p:properties>
</file>

<file path=customXml/itemProps1.xml><?xml version="1.0" encoding="utf-8"?>
<ds:datastoreItem xmlns:ds="http://schemas.openxmlformats.org/officeDocument/2006/customXml" ds:itemID="{C87609B1-43DF-46C1-8A8A-9A19A10AAC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38E214-67BD-46ED-BD65-505191BA67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190463-2767-47a7-8811-88d5ed0b82ca"/>
    <ds:schemaRef ds:uri="a3c38f1a-2962-413d-9382-d3467777c8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0EC491-68ED-47BC-A896-630D62977723}">
  <ds:schemaRefs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f7190463-2767-47a7-8811-88d5ed0b82ca"/>
    <ds:schemaRef ds:uri="http://www.w3.org/XML/1998/namespace"/>
    <ds:schemaRef ds:uri="a3c38f1a-2962-413d-9382-d3467777c85f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13451</TotalTime>
  <Words>152</Words>
  <Application>Microsoft Office PowerPoint</Application>
  <PresentationFormat>Grand écran</PresentationFormat>
  <Paragraphs>11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ADLaM Display</vt:lpstr>
      <vt:lpstr>Arial</vt:lpstr>
      <vt:lpstr>Calibri</vt:lpstr>
      <vt:lpstr>Calibri Light</vt:lpstr>
      <vt:lpstr>Thème Office</vt:lpstr>
      <vt:lpstr>Analyse de vente du Grand Marché</vt:lpstr>
      <vt:lpstr>La proportion des ventes par catégorie de produit  et  l’évolution du chiffre d’affaires dans les prochains mois      </vt:lpstr>
      <vt:lpstr>le montant des achats des clients (montant du panier)  et  le temps passé par les visiteurs sur le site web (pour les sessions ayant abouti à un achat)    </vt:lpstr>
      <vt:lpstr>Ratio (nombre d’achats des clients)/(nombre de visites) au cours du temps</vt:lpstr>
      <vt:lpstr>Evolution du nombre d'achats des clients   et  du nombre de visites sur le site web au cours du temps et la prévision du chiffre d’affaires </vt:lpstr>
      <vt:lpstr>Evolution de la variabilité du temps passé par les visiteurs sur le site web (pour les sessions ayant abouti à un achat)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 ventes E-commerce</dc:title>
  <dc:creator>Tharinyan PATHMANATHAN</dc:creator>
  <cp:lastModifiedBy>Tharinyan PATHMANATHAN</cp:lastModifiedBy>
  <cp:revision>8</cp:revision>
  <dcterms:created xsi:type="dcterms:W3CDTF">2024-02-07T19:56:25Z</dcterms:created>
  <dcterms:modified xsi:type="dcterms:W3CDTF">2024-03-05T19:47:14Z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0x010100075F3BA46F29084CB8902F0355067B91</vt:lpwstr>
  </property>
  <property fmtid="{D5CDD505-2E9C-101B-9397-08002B2CF9AE}" pid="3" name="MSIP_Label_48ed5431-0ab7-4c1b-98f4-d4e50f674d02_Enabled">
    <vt:lpwstr>true</vt:lpwstr>
  </property>
  <property fmtid="{D5CDD505-2E9C-101B-9397-08002B2CF9AE}" pid="4" name="MSIP_Label_48ed5431-0ab7-4c1b-98f4-d4e50f674d02_SetDate">
    <vt:lpwstr>2024-02-07T20:05:36Z</vt:lpwstr>
  </property>
  <property fmtid="{D5CDD505-2E9C-101B-9397-08002B2CF9AE}" pid="5" name="MSIP_Label_48ed5431-0ab7-4c1b-98f4-d4e50f674d02_Method">
    <vt:lpwstr>Privileged</vt:lpwstr>
  </property>
  <property fmtid="{D5CDD505-2E9C-101B-9397-08002B2CF9AE}" pid="6" name="MSIP_Label_48ed5431-0ab7-4c1b-98f4-d4e50f674d02_Name">
    <vt:lpwstr>48ed5431-0ab7-4c1b-98f4-d4e50f674d02</vt:lpwstr>
  </property>
  <property fmtid="{D5CDD505-2E9C-101B-9397-08002B2CF9AE}" pid="7" name="MSIP_Label_48ed5431-0ab7-4c1b-98f4-d4e50f674d02_SiteId">
    <vt:lpwstr>614f9c25-bffa-42c7-86d8-964101f55fa2</vt:lpwstr>
  </property>
  <property fmtid="{D5CDD505-2E9C-101B-9397-08002B2CF9AE}" pid="8" name="MSIP_Label_48ed5431-0ab7-4c1b-98f4-d4e50f674d02_ActionId">
    <vt:lpwstr>a00c9e0a-c432-4326-a8b0-3594b279a5da</vt:lpwstr>
  </property>
  <property fmtid="{D5CDD505-2E9C-101B-9397-08002B2CF9AE}" pid="9" name="MSIP_Label_48ed5431-0ab7-4c1b-98f4-d4e50f674d02_ContentBits">
    <vt:lpwstr>0</vt:lpwstr>
  </property>
</Properties>
</file>