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B_2C9FD63A.xml" ContentType="application/vnd.ms-powerpoint.comments+xml"/>
  <Override PartName="/ppt/comments/modernComment_10C_9968BE16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4" r:id="rId13"/>
    <p:sldId id="275" r:id="rId14"/>
    <p:sldId id="268" r:id="rId15"/>
    <p:sldId id="260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6BE6555-F699-6CA5-7B50-4968580AD10E}" name="Tharinyan PATHMANATHAN" initials="TP" userId="Tharinyan PATHMANATHAN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C35DBD-8A41-47BA-9172-0F9879B09775}" v="462" dt="2025-09-04T14:18:11.1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8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HMANATHAN Tharinyan" userId="0aa59e52-6b77-45f2-a9b8-e52304fdc35e" providerId="ADAL" clId="{9DC35DBD-8A41-47BA-9172-0F9879B09775}"/>
    <pc:docChg chg="undo redo custSel addSld delSld modSld sldOrd">
      <pc:chgData name="PATHMANATHAN Tharinyan" userId="0aa59e52-6b77-45f2-a9b8-e52304fdc35e" providerId="ADAL" clId="{9DC35DBD-8A41-47BA-9172-0F9879B09775}" dt="2025-09-04T14:44:03.229" v="1302" actId="1076"/>
      <pc:docMkLst>
        <pc:docMk/>
      </pc:docMkLst>
      <pc:sldChg chg="modSp mod">
        <pc:chgData name="PATHMANATHAN Tharinyan" userId="0aa59e52-6b77-45f2-a9b8-e52304fdc35e" providerId="ADAL" clId="{9DC35DBD-8A41-47BA-9172-0F9879B09775}" dt="2025-08-28T14:57:05.821" v="313" actId="20577"/>
        <pc:sldMkLst>
          <pc:docMk/>
          <pc:sldMk cId="2516055537" sldId="258"/>
        </pc:sldMkLst>
        <pc:spChg chg="mod">
          <ac:chgData name="PATHMANATHAN Tharinyan" userId="0aa59e52-6b77-45f2-a9b8-e52304fdc35e" providerId="ADAL" clId="{9DC35DBD-8A41-47BA-9172-0F9879B09775}" dt="2025-08-28T14:57:05.821" v="313" actId="20577"/>
          <ac:spMkLst>
            <pc:docMk/>
            <pc:sldMk cId="2516055537" sldId="258"/>
            <ac:spMk id="3" creationId="{A7323E61-B6CE-C972-51D6-E80EB019A059}"/>
          </ac:spMkLst>
        </pc:spChg>
      </pc:sldChg>
      <pc:sldChg chg="addSp delSp modSp new mod setBg">
        <pc:chgData name="PATHMANATHAN Tharinyan" userId="0aa59e52-6b77-45f2-a9b8-e52304fdc35e" providerId="ADAL" clId="{9DC35DBD-8A41-47BA-9172-0F9879B09775}" dt="2025-08-28T16:57:27.967" v="429" actId="26606"/>
        <pc:sldMkLst>
          <pc:docMk/>
          <pc:sldMk cId="2431336722" sldId="259"/>
        </pc:sldMkLst>
        <pc:spChg chg="mod">
          <ac:chgData name="PATHMANATHAN Tharinyan" userId="0aa59e52-6b77-45f2-a9b8-e52304fdc35e" providerId="ADAL" clId="{9DC35DBD-8A41-47BA-9172-0F9879B09775}" dt="2025-08-28T16:57:27.967" v="429" actId="26606"/>
          <ac:spMkLst>
            <pc:docMk/>
            <pc:sldMk cId="2431336722" sldId="259"/>
            <ac:spMk id="2" creationId="{4D412D92-3EA9-127D-571B-66FF1F1E31AA}"/>
          </ac:spMkLst>
        </pc:spChg>
        <pc:spChg chg="add">
          <ac:chgData name="PATHMANATHAN Tharinyan" userId="0aa59e52-6b77-45f2-a9b8-e52304fdc35e" providerId="ADAL" clId="{9DC35DBD-8A41-47BA-9172-0F9879B09775}" dt="2025-08-28T16:57:27.967" v="429" actId="26606"/>
          <ac:spMkLst>
            <pc:docMk/>
            <pc:sldMk cId="2431336722" sldId="259"/>
            <ac:spMk id="15" creationId="{BD976C13-68E6-4E25-B13E-FC3A2D3F66E3}"/>
          </ac:spMkLst>
        </pc:spChg>
        <pc:spChg chg="add">
          <ac:chgData name="PATHMANATHAN Tharinyan" userId="0aa59e52-6b77-45f2-a9b8-e52304fdc35e" providerId="ADAL" clId="{9DC35DBD-8A41-47BA-9172-0F9879B09775}" dt="2025-08-28T16:57:27.967" v="429" actId="26606"/>
          <ac:spMkLst>
            <pc:docMk/>
            <pc:sldMk cId="2431336722" sldId="259"/>
            <ac:spMk id="17" creationId="{50EBAE0B-DD72-4094-8934-3B46A91428CF}"/>
          </ac:spMkLst>
        </pc:spChg>
      </pc:sldChg>
      <pc:sldChg chg="addSp delSp modSp add mod setBg">
        <pc:chgData name="PATHMANATHAN Tharinyan" userId="0aa59e52-6b77-45f2-a9b8-e52304fdc35e" providerId="ADAL" clId="{9DC35DBD-8A41-47BA-9172-0F9879B09775}" dt="2025-08-28T17:35:19.333" v="692" actId="22"/>
        <pc:sldMkLst>
          <pc:docMk/>
          <pc:sldMk cId="2760692412" sldId="260"/>
        </pc:sldMkLst>
        <pc:spChg chg="mod">
          <ac:chgData name="PATHMANATHAN Tharinyan" userId="0aa59e52-6b77-45f2-a9b8-e52304fdc35e" providerId="ADAL" clId="{9DC35DBD-8A41-47BA-9172-0F9879B09775}" dt="2025-08-28T16:57:31.393" v="430" actId="26606"/>
          <ac:spMkLst>
            <pc:docMk/>
            <pc:sldMk cId="2760692412" sldId="260"/>
            <ac:spMk id="2" creationId="{3EC8D132-01CB-053B-E65D-763723738BAE}"/>
          </ac:spMkLst>
        </pc:spChg>
        <pc:spChg chg="add">
          <ac:chgData name="PATHMANATHAN Tharinyan" userId="0aa59e52-6b77-45f2-a9b8-e52304fdc35e" providerId="ADAL" clId="{9DC35DBD-8A41-47BA-9172-0F9879B09775}" dt="2025-08-28T16:57:31.393" v="430" actId="26606"/>
          <ac:spMkLst>
            <pc:docMk/>
            <pc:sldMk cId="2760692412" sldId="260"/>
            <ac:spMk id="15" creationId="{BD976C13-68E6-4E25-B13E-FC3A2D3F66E3}"/>
          </ac:spMkLst>
        </pc:spChg>
        <pc:spChg chg="add">
          <ac:chgData name="PATHMANATHAN Tharinyan" userId="0aa59e52-6b77-45f2-a9b8-e52304fdc35e" providerId="ADAL" clId="{9DC35DBD-8A41-47BA-9172-0F9879B09775}" dt="2025-08-28T16:57:31.393" v="430" actId="26606"/>
          <ac:spMkLst>
            <pc:docMk/>
            <pc:sldMk cId="2760692412" sldId="260"/>
            <ac:spMk id="17" creationId="{50EBAE0B-DD72-4094-8934-3B46A91428CF}"/>
          </ac:spMkLst>
        </pc:spChg>
      </pc:sldChg>
      <pc:sldChg chg="addSp delSp modSp add mod setBg setClrOvrMap">
        <pc:chgData name="PATHMANATHAN Tharinyan" userId="0aa59e52-6b77-45f2-a9b8-e52304fdc35e" providerId="ADAL" clId="{9DC35DBD-8A41-47BA-9172-0F9879B09775}" dt="2025-08-28T17:44:43.021" v="723" actId="1076"/>
        <pc:sldMkLst>
          <pc:docMk/>
          <pc:sldMk cId="574355834" sldId="261"/>
        </pc:sldMkLst>
        <pc:spChg chg="mod">
          <ac:chgData name="PATHMANATHAN Tharinyan" userId="0aa59e52-6b77-45f2-a9b8-e52304fdc35e" providerId="ADAL" clId="{9DC35DBD-8A41-47BA-9172-0F9879B09775}" dt="2025-08-28T17:26:38.321" v="467" actId="962"/>
          <ac:spMkLst>
            <pc:docMk/>
            <pc:sldMk cId="574355834" sldId="261"/>
            <ac:spMk id="2" creationId="{3BF8D970-9DCA-5B7D-FCA3-28BC7D43D8D1}"/>
          </ac:spMkLst>
        </pc:spChg>
        <pc:spChg chg="add">
          <ac:chgData name="PATHMANATHAN Tharinyan" userId="0aa59e52-6b77-45f2-a9b8-e52304fdc35e" providerId="ADAL" clId="{9DC35DBD-8A41-47BA-9172-0F9879B09775}" dt="2025-08-28T17:26:30.783" v="464" actId="26606"/>
          <ac:spMkLst>
            <pc:docMk/>
            <pc:sldMk cId="574355834" sldId="261"/>
            <ac:spMk id="37" creationId="{82C9528F-903F-4F75-99E3-CC588843E0CA}"/>
          </ac:spMkLst>
        </pc:spChg>
        <pc:spChg chg="add">
          <ac:chgData name="PATHMANATHAN Tharinyan" userId="0aa59e52-6b77-45f2-a9b8-e52304fdc35e" providerId="ADAL" clId="{9DC35DBD-8A41-47BA-9172-0F9879B09775}" dt="2025-08-28T17:26:30.783" v="464" actId="26606"/>
          <ac:spMkLst>
            <pc:docMk/>
            <pc:sldMk cId="574355834" sldId="261"/>
            <ac:spMk id="38" creationId="{D87AB319-64C0-4E2D-B1CD-0A970301BEEA}"/>
          </ac:spMkLst>
        </pc:spChg>
        <pc:spChg chg="add">
          <ac:chgData name="PATHMANATHAN Tharinyan" userId="0aa59e52-6b77-45f2-a9b8-e52304fdc35e" providerId="ADAL" clId="{9DC35DBD-8A41-47BA-9172-0F9879B09775}" dt="2025-08-28T17:26:30.783" v="464" actId="26606"/>
          <ac:spMkLst>
            <pc:docMk/>
            <pc:sldMk cId="574355834" sldId="261"/>
            <ac:spMk id="39" creationId="{BEB1B515-F9F4-43DB-9558-A4C5ABBBFB91}"/>
          </ac:spMkLst>
        </pc:spChg>
        <pc:picChg chg="add mod">
          <ac:chgData name="PATHMANATHAN Tharinyan" userId="0aa59e52-6b77-45f2-a9b8-e52304fdc35e" providerId="ADAL" clId="{9DC35DBD-8A41-47BA-9172-0F9879B09775}" dt="2025-08-28T17:26:38.319" v="466" actId="27614"/>
          <ac:picMkLst>
            <pc:docMk/>
            <pc:sldMk cId="574355834" sldId="261"/>
            <ac:picMk id="4" creationId="{DAD9D133-CD58-24FE-3C5F-0E56FC420C1E}"/>
          </ac:picMkLst>
        </pc:picChg>
        <pc:picChg chg="add mod">
          <ac:chgData name="PATHMANATHAN Tharinyan" userId="0aa59e52-6b77-45f2-a9b8-e52304fdc35e" providerId="ADAL" clId="{9DC35DBD-8A41-47BA-9172-0F9879B09775}" dt="2025-08-28T17:44:43.021" v="723" actId="1076"/>
          <ac:picMkLst>
            <pc:docMk/>
            <pc:sldMk cId="574355834" sldId="261"/>
            <ac:picMk id="6" creationId="{70263A3A-BECE-3B3A-68CE-5C0388303C7B}"/>
          </ac:picMkLst>
        </pc:picChg>
      </pc:sldChg>
      <pc:sldChg chg="addSp delSp modSp add mod setBg addAnim setClrOvrMap">
        <pc:chgData name="PATHMANATHAN Tharinyan" userId="0aa59e52-6b77-45f2-a9b8-e52304fdc35e" providerId="ADAL" clId="{9DC35DBD-8A41-47BA-9172-0F9879B09775}" dt="2025-09-04T13:16:27.951" v="1244" actId="122"/>
        <pc:sldMkLst>
          <pc:docMk/>
          <pc:sldMk cId="504874016" sldId="262"/>
        </pc:sldMkLst>
        <pc:spChg chg="mod">
          <ac:chgData name="PATHMANATHAN Tharinyan" userId="0aa59e52-6b77-45f2-a9b8-e52304fdc35e" providerId="ADAL" clId="{9DC35DBD-8A41-47BA-9172-0F9879B09775}" dt="2025-09-04T13:16:27.951" v="1244" actId="122"/>
          <ac:spMkLst>
            <pc:docMk/>
            <pc:sldMk cId="504874016" sldId="262"/>
            <ac:spMk id="2" creationId="{A4C9ACEF-24C7-A357-A0DB-EEBF3E38F453}"/>
          </ac:spMkLst>
        </pc:spChg>
        <pc:spChg chg="add">
          <ac:chgData name="PATHMANATHAN Tharinyan" userId="0aa59e52-6b77-45f2-a9b8-e52304fdc35e" providerId="ADAL" clId="{9DC35DBD-8A41-47BA-9172-0F9879B09775}" dt="2025-08-28T17:29:22.983" v="537" actId="26606"/>
          <ac:spMkLst>
            <pc:docMk/>
            <pc:sldMk cId="504874016" sldId="262"/>
            <ac:spMk id="61" creationId="{CD333CBE-B699-4E3B-9F45-C045F773434F}"/>
          </ac:spMkLst>
        </pc:spChg>
        <pc:spChg chg="add">
          <ac:chgData name="PATHMANATHAN Tharinyan" userId="0aa59e52-6b77-45f2-a9b8-e52304fdc35e" providerId="ADAL" clId="{9DC35DBD-8A41-47BA-9172-0F9879B09775}" dt="2025-08-28T17:29:22.983" v="537" actId="26606"/>
          <ac:spMkLst>
            <pc:docMk/>
            <pc:sldMk cId="504874016" sldId="262"/>
            <ac:spMk id="63" creationId="{D4995BF0-8E87-4ECF-904C-D047955C15CE}"/>
          </ac:spMkLst>
        </pc:spChg>
        <pc:picChg chg="add mod">
          <ac:chgData name="PATHMANATHAN Tharinyan" userId="0aa59e52-6b77-45f2-a9b8-e52304fdc35e" providerId="ADAL" clId="{9DC35DBD-8A41-47BA-9172-0F9879B09775}" dt="2025-08-28T17:29:29.982" v="540" actId="1076"/>
          <ac:picMkLst>
            <pc:docMk/>
            <pc:sldMk cId="504874016" sldId="262"/>
            <ac:picMk id="9" creationId="{5AA15073-DE56-2C38-4AD5-D437CA8FC819}"/>
          </ac:picMkLst>
        </pc:picChg>
      </pc:sldChg>
      <pc:sldChg chg="addSp delSp modSp add mod setBg setClrOvrMap">
        <pc:chgData name="PATHMANATHAN Tharinyan" userId="0aa59e52-6b77-45f2-a9b8-e52304fdc35e" providerId="ADAL" clId="{9DC35DBD-8A41-47BA-9172-0F9879B09775}" dt="2025-08-28T17:31:45.206" v="660" actId="26606"/>
        <pc:sldMkLst>
          <pc:docMk/>
          <pc:sldMk cId="2236404740" sldId="263"/>
        </pc:sldMkLst>
        <pc:spChg chg="mod">
          <ac:chgData name="PATHMANATHAN Tharinyan" userId="0aa59e52-6b77-45f2-a9b8-e52304fdc35e" providerId="ADAL" clId="{9DC35DBD-8A41-47BA-9172-0F9879B09775}" dt="2025-08-28T17:31:45.206" v="660" actId="26606"/>
          <ac:spMkLst>
            <pc:docMk/>
            <pc:sldMk cId="2236404740" sldId="263"/>
            <ac:spMk id="2" creationId="{950D607C-7C13-CB7D-8F1D-13824A82112F}"/>
          </ac:spMkLst>
        </pc:spChg>
        <pc:spChg chg="add">
          <ac:chgData name="PATHMANATHAN Tharinyan" userId="0aa59e52-6b77-45f2-a9b8-e52304fdc35e" providerId="ADAL" clId="{9DC35DBD-8A41-47BA-9172-0F9879B09775}" dt="2025-08-28T17:31:45.206" v="660" actId="26606"/>
          <ac:spMkLst>
            <pc:docMk/>
            <pc:sldMk cId="2236404740" sldId="263"/>
            <ac:spMk id="75" creationId="{CD333CBE-B699-4E3B-9F45-C045F773434F}"/>
          </ac:spMkLst>
        </pc:spChg>
        <pc:spChg chg="add">
          <ac:chgData name="PATHMANATHAN Tharinyan" userId="0aa59e52-6b77-45f2-a9b8-e52304fdc35e" providerId="ADAL" clId="{9DC35DBD-8A41-47BA-9172-0F9879B09775}" dt="2025-08-28T17:31:45.206" v="660" actId="26606"/>
          <ac:spMkLst>
            <pc:docMk/>
            <pc:sldMk cId="2236404740" sldId="263"/>
            <ac:spMk id="77" creationId="{FCA118C4-32A6-466D-8453-BA738103A062}"/>
          </ac:spMkLst>
        </pc:spChg>
        <pc:picChg chg="add mod">
          <ac:chgData name="PATHMANATHAN Tharinyan" userId="0aa59e52-6b77-45f2-a9b8-e52304fdc35e" providerId="ADAL" clId="{9DC35DBD-8A41-47BA-9172-0F9879B09775}" dt="2025-08-28T17:31:45.206" v="660" actId="26606"/>
          <ac:picMkLst>
            <pc:docMk/>
            <pc:sldMk cId="2236404740" sldId="263"/>
            <ac:picMk id="4" creationId="{83C801A9-B810-097B-691D-4B353B403E37}"/>
          </ac:picMkLst>
        </pc:picChg>
      </pc:sldChg>
      <pc:sldChg chg="addSp delSp modSp add mod setBg modAnim setClrOvrMap">
        <pc:chgData name="PATHMANATHAN Tharinyan" userId="0aa59e52-6b77-45f2-a9b8-e52304fdc35e" providerId="ADAL" clId="{9DC35DBD-8A41-47BA-9172-0F9879B09775}" dt="2025-09-04T13:16:21.103" v="1243" actId="122"/>
        <pc:sldMkLst>
          <pc:docMk/>
          <pc:sldMk cId="2671139288" sldId="264"/>
        </pc:sldMkLst>
        <pc:spChg chg="mod">
          <ac:chgData name="PATHMANATHAN Tharinyan" userId="0aa59e52-6b77-45f2-a9b8-e52304fdc35e" providerId="ADAL" clId="{9DC35DBD-8A41-47BA-9172-0F9879B09775}" dt="2025-09-04T13:16:21.103" v="1243" actId="122"/>
          <ac:spMkLst>
            <pc:docMk/>
            <pc:sldMk cId="2671139288" sldId="264"/>
            <ac:spMk id="2" creationId="{621390A2-632E-DFEB-37E2-48A66F7ADB55}"/>
          </ac:spMkLst>
        </pc:spChg>
        <pc:spChg chg="add">
          <ac:chgData name="PATHMANATHAN Tharinyan" userId="0aa59e52-6b77-45f2-a9b8-e52304fdc35e" providerId="ADAL" clId="{9DC35DBD-8A41-47BA-9172-0F9879B09775}" dt="2025-08-28T17:31:20.030" v="601" actId="26606"/>
          <ac:spMkLst>
            <pc:docMk/>
            <pc:sldMk cId="2671139288" sldId="264"/>
            <ac:spMk id="75" creationId="{D87AB319-64C0-4E2D-B1CD-0A970301BEEA}"/>
          </ac:spMkLst>
        </pc:spChg>
        <pc:spChg chg="add">
          <ac:chgData name="PATHMANATHAN Tharinyan" userId="0aa59e52-6b77-45f2-a9b8-e52304fdc35e" providerId="ADAL" clId="{9DC35DBD-8A41-47BA-9172-0F9879B09775}" dt="2025-08-28T17:31:20.030" v="601" actId="26606"/>
          <ac:spMkLst>
            <pc:docMk/>
            <pc:sldMk cId="2671139288" sldId="264"/>
            <ac:spMk id="77" creationId="{CC4A892D-088E-4414-965D-1F8C4212F602}"/>
          </ac:spMkLst>
        </pc:spChg>
        <pc:spChg chg="add">
          <ac:chgData name="PATHMANATHAN Tharinyan" userId="0aa59e52-6b77-45f2-a9b8-e52304fdc35e" providerId="ADAL" clId="{9DC35DBD-8A41-47BA-9172-0F9879B09775}" dt="2025-08-28T17:31:20.030" v="601" actId="26606"/>
          <ac:spMkLst>
            <pc:docMk/>
            <pc:sldMk cId="2671139288" sldId="264"/>
            <ac:spMk id="79" creationId="{472BC85F-BF83-4D6D-A1BC-8EE5822F0804}"/>
          </ac:spMkLst>
        </pc:spChg>
        <pc:picChg chg="add mod">
          <ac:chgData name="PATHMANATHAN Tharinyan" userId="0aa59e52-6b77-45f2-a9b8-e52304fdc35e" providerId="ADAL" clId="{9DC35DBD-8A41-47BA-9172-0F9879B09775}" dt="2025-08-28T17:31:20.030" v="601" actId="26606"/>
          <ac:picMkLst>
            <pc:docMk/>
            <pc:sldMk cId="2671139288" sldId="264"/>
            <ac:picMk id="5" creationId="{CA3CB668-A7A8-9053-14BA-BC54DC6314E2}"/>
          </ac:picMkLst>
        </pc:picChg>
      </pc:sldChg>
      <pc:sldChg chg="addSp delSp modSp add mod">
        <pc:chgData name="PATHMANATHAN Tharinyan" userId="0aa59e52-6b77-45f2-a9b8-e52304fdc35e" providerId="ADAL" clId="{9DC35DBD-8A41-47BA-9172-0F9879B09775}" dt="2025-08-28T17:33:13.052" v="688" actId="1076"/>
        <pc:sldMkLst>
          <pc:docMk/>
          <pc:sldMk cId="3800444285" sldId="265"/>
        </pc:sldMkLst>
        <pc:spChg chg="mod">
          <ac:chgData name="PATHMANATHAN Tharinyan" userId="0aa59e52-6b77-45f2-a9b8-e52304fdc35e" providerId="ADAL" clId="{9DC35DBD-8A41-47BA-9172-0F9879B09775}" dt="2025-08-28T17:32:50.582" v="685" actId="20577"/>
          <ac:spMkLst>
            <pc:docMk/>
            <pc:sldMk cId="3800444285" sldId="265"/>
            <ac:spMk id="2" creationId="{7E47D0FF-C10E-DC40-7FF1-497BC2F9F5C3}"/>
          </ac:spMkLst>
        </pc:spChg>
        <pc:picChg chg="add mod">
          <ac:chgData name="PATHMANATHAN Tharinyan" userId="0aa59e52-6b77-45f2-a9b8-e52304fdc35e" providerId="ADAL" clId="{9DC35DBD-8A41-47BA-9172-0F9879B09775}" dt="2025-08-28T17:33:13.052" v="688" actId="1076"/>
          <ac:picMkLst>
            <pc:docMk/>
            <pc:sldMk cId="3800444285" sldId="265"/>
            <ac:picMk id="4" creationId="{8DE57EB0-2BA0-2CCD-E24B-1942E433C18B}"/>
          </ac:picMkLst>
        </pc:picChg>
      </pc:sldChg>
      <pc:sldChg chg="addSp delSp modSp add del mod">
        <pc:chgData name="PATHMANATHAN Tharinyan" userId="0aa59e52-6b77-45f2-a9b8-e52304fdc35e" providerId="ADAL" clId="{9DC35DBD-8A41-47BA-9172-0F9879B09775}" dt="2025-08-28T17:45:26.664" v="725" actId="26606"/>
        <pc:sldMkLst>
          <pc:docMk/>
          <pc:sldMk cId="1267857576" sldId="266"/>
        </pc:sldMkLst>
        <pc:spChg chg="mod">
          <ac:chgData name="PATHMANATHAN Tharinyan" userId="0aa59e52-6b77-45f2-a9b8-e52304fdc35e" providerId="ADAL" clId="{9DC35DBD-8A41-47BA-9172-0F9879B09775}" dt="2025-08-28T17:45:26.664" v="725" actId="26606"/>
          <ac:spMkLst>
            <pc:docMk/>
            <pc:sldMk cId="1267857576" sldId="266"/>
            <ac:spMk id="2" creationId="{4A8AA635-8FBB-D0FC-FC00-E983C41F05B5}"/>
          </ac:spMkLst>
        </pc:spChg>
        <pc:spChg chg="add">
          <ac:chgData name="PATHMANATHAN Tharinyan" userId="0aa59e52-6b77-45f2-a9b8-e52304fdc35e" providerId="ADAL" clId="{9DC35DBD-8A41-47BA-9172-0F9879B09775}" dt="2025-08-28T17:45:26.664" v="725" actId="26606"/>
          <ac:spMkLst>
            <pc:docMk/>
            <pc:sldMk cId="1267857576" sldId="266"/>
            <ac:spMk id="84" creationId="{D87AB319-64C0-4E2D-B1CD-0A970301BEEA}"/>
          </ac:spMkLst>
        </pc:spChg>
        <pc:spChg chg="add">
          <ac:chgData name="PATHMANATHAN Tharinyan" userId="0aa59e52-6b77-45f2-a9b8-e52304fdc35e" providerId="ADAL" clId="{9DC35DBD-8A41-47BA-9172-0F9879B09775}" dt="2025-08-28T17:45:26.664" v="725" actId="26606"/>
          <ac:spMkLst>
            <pc:docMk/>
            <pc:sldMk cId="1267857576" sldId="266"/>
            <ac:spMk id="86" creationId="{285F7A45-ECC3-40F0-8C9D-1C145290E2FB}"/>
          </ac:spMkLst>
        </pc:spChg>
        <pc:picChg chg="add mod">
          <ac:chgData name="PATHMANATHAN Tharinyan" userId="0aa59e52-6b77-45f2-a9b8-e52304fdc35e" providerId="ADAL" clId="{9DC35DBD-8A41-47BA-9172-0F9879B09775}" dt="2025-08-28T17:45:26.664" v="725" actId="26606"/>
          <ac:picMkLst>
            <pc:docMk/>
            <pc:sldMk cId="1267857576" sldId="266"/>
            <ac:picMk id="5" creationId="{D8908BE3-C69A-8EE1-11D3-C84D3E983EDC}"/>
          </ac:picMkLst>
        </pc:picChg>
      </pc:sldChg>
      <pc:sldChg chg="addSp delSp modSp add mod setBg">
        <pc:chgData name="PATHMANATHAN Tharinyan" userId="0aa59e52-6b77-45f2-a9b8-e52304fdc35e" providerId="ADAL" clId="{9DC35DBD-8A41-47BA-9172-0F9879B09775}" dt="2025-09-04T14:18:12.173" v="1273" actId="26606"/>
        <pc:sldMkLst>
          <pc:docMk/>
          <pc:sldMk cId="748672570" sldId="267"/>
        </pc:sldMkLst>
        <pc:spChg chg="mod">
          <ac:chgData name="PATHMANATHAN Tharinyan" userId="0aa59e52-6b77-45f2-a9b8-e52304fdc35e" providerId="ADAL" clId="{9DC35DBD-8A41-47BA-9172-0F9879B09775}" dt="2025-09-04T14:18:12.173" v="1273" actId="26606"/>
          <ac:spMkLst>
            <pc:docMk/>
            <pc:sldMk cId="748672570" sldId="267"/>
            <ac:spMk id="2" creationId="{75D08622-02AB-60E9-5660-AD59AF49B7E1}"/>
          </ac:spMkLst>
        </pc:spChg>
        <pc:spChg chg="add del">
          <ac:chgData name="PATHMANATHAN Tharinyan" userId="0aa59e52-6b77-45f2-a9b8-e52304fdc35e" providerId="ADAL" clId="{9DC35DBD-8A41-47BA-9172-0F9879B09775}" dt="2025-09-04T14:18:12.173" v="1273" actId="26606"/>
          <ac:spMkLst>
            <pc:docMk/>
            <pc:sldMk cId="748672570" sldId="267"/>
            <ac:spMk id="75" creationId="{5F4A57E0-C0B9-33A2-8479-B6D75AAE5C99}"/>
          </ac:spMkLst>
        </pc:spChg>
        <pc:spChg chg="add del">
          <ac:chgData name="PATHMANATHAN Tharinyan" userId="0aa59e52-6b77-45f2-a9b8-e52304fdc35e" providerId="ADAL" clId="{9DC35DBD-8A41-47BA-9172-0F9879B09775}" dt="2025-09-04T14:18:12.173" v="1273" actId="26606"/>
          <ac:spMkLst>
            <pc:docMk/>
            <pc:sldMk cId="748672570" sldId="267"/>
            <ac:spMk id="77" creationId="{CF7A28FC-2147-EA6D-FA80-A3DDA3E1A3B1}"/>
          </ac:spMkLst>
        </pc:spChg>
        <pc:spChg chg="add del">
          <ac:chgData name="PATHMANATHAN Tharinyan" userId="0aa59e52-6b77-45f2-a9b8-e52304fdc35e" providerId="ADAL" clId="{9DC35DBD-8A41-47BA-9172-0F9879B09775}" dt="2025-09-04T14:18:12.173" v="1273" actId="26606"/>
          <ac:spMkLst>
            <pc:docMk/>
            <pc:sldMk cId="748672570" sldId="267"/>
            <ac:spMk id="79" creationId="{FB71F950-742B-3B81-0682-4C8347EB32E0}"/>
          </ac:spMkLst>
        </pc:spChg>
        <pc:spChg chg="add del">
          <ac:chgData name="PATHMANATHAN Tharinyan" userId="0aa59e52-6b77-45f2-a9b8-e52304fdc35e" providerId="ADAL" clId="{9DC35DBD-8A41-47BA-9172-0F9879B09775}" dt="2025-09-04T14:18:12.173" v="1273" actId="26606"/>
          <ac:spMkLst>
            <pc:docMk/>
            <pc:sldMk cId="748672570" sldId="267"/>
            <ac:spMk id="84" creationId="{485B976C-17EF-415B-B03C-BAF9443B9DDB}"/>
          </ac:spMkLst>
        </pc:spChg>
        <pc:spChg chg="add del">
          <ac:chgData name="PATHMANATHAN Tharinyan" userId="0aa59e52-6b77-45f2-a9b8-e52304fdc35e" providerId="ADAL" clId="{9DC35DBD-8A41-47BA-9172-0F9879B09775}" dt="2025-09-04T14:18:12.173" v="1273" actId="26606"/>
          <ac:spMkLst>
            <pc:docMk/>
            <pc:sldMk cId="748672570" sldId="267"/>
            <ac:spMk id="86" creationId="{7B1526F3-30FD-4274-86F5-E1D2F745161A}"/>
          </ac:spMkLst>
        </pc:spChg>
        <pc:picChg chg="add del mod">
          <ac:chgData name="PATHMANATHAN Tharinyan" userId="0aa59e52-6b77-45f2-a9b8-e52304fdc35e" providerId="ADAL" clId="{9DC35DBD-8A41-47BA-9172-0F9879B09775}" dt="2025-09-04T13:56:30.699" v="1245" actId="478"/>
          <ac:picMkLst>
            <pc:docMk/>
            <pc:sldMk cId="748672570" sldId="267"/>
            <ac:picMk id="4" creationId="{A7C073A6-B7D9-7D75-A39B-AF98F57DBABD}"/>
          </ac:picMkLst>
        </pc:picChg>
        <pc:picChg chg="add mod ord">
          <ac:chgData name="PATHMANATHAN Tharinyan" userId="0aa59e52-6b77-45f2-a9b8-e52304fdc35e" providerId="ADAL" clId="{9DC35DBD-8A41-47BA-9172-0F9879B09775}" dt="2025-09-04T14:18:12.173" v="1273" actId="26606"/>
          <ac:picMkLst>
            <pc:docMk/>
            <pc:sldMk cId="748672570" sldId="267"/>
            <ac:picMk id="5" creationId="{EAFD0852-C755-B8C4-B063-6AA44391F09E}"/>
          </ac:picMkLst>
        </pc:picChg>
        <pc:picChg chg="add del mod">
          <ac:chgData name="PATHMANATHAN Tharinyan" userId="0aa59e52-6b77-45f2-a9b8-e52304fdc35e" providerId="ADAL" clId="{9DC35DBD-8A41-47BA-9172-0F9879B09775}" dt="2025-09-04T13:56:34.857" v="1246" actId="478"/>
          <ac:picMkLst>
            <pc:docMk/>
            <pc:sldMk cId="748672570" sldId="267"/>
            <ac:picMk id="7" creationId="{D52B9091-6468-50FE-A1AD-7DB556EC63EA}"/>
          </ac:picMkLst>
        </pc:picChg>
        <pc:picChg chg="add mod">
          <ac:chgData name="PATHMANATHAN Tharinyan" userId="0aa59e52-6b77-45f2-a9b8-e52304fdc35e" providerId="ADAL" clId="{9DC35DBD-8A41-47BA-9172-0F9879B09775}" dt="2025-09-04T14:18:12.173" v="1273" actId="26606"/>
          <ac:picMkLst>
            <pc:docMk/>
            <pc:sldMk cId="748672570" sldId="267"/>
            <ac:picMk id="8" creationId="{67C88A25-BBCA-5F7F-7D79-673824FDA167}"/>
          </ac:picMkLst>
        </pc:picChg>
        <pc:picChg chg="add mod">
          <ac:chgData name="PATHMANATHAN Tharinyan" userId="0aa59e52-6b77-45f2-a9b8-e52304fdc35e" providerId="ADAL" clId="{9DC35DBD-8A41-47BA-9172-0F9879B09775}" dt="2025-09-04T14:18:12.173" v="1273" actId="26606"/>
          <ac:picMkLst>
            <pc:docMk/>
            <pc:sldMk cId="748672570" sldId="267"/>
            <ac:picMk id="9" creationId="{DCDF8B10-3CCC-B52E-9ADE-5C892E529D19}"/>
          </ac:picMkLst>
        </pc:picChg>
        <pc:picChg chg="add del mod">
          <ac:chgData name="PATHMANATHAN Tharinyan" userId="0aa59e52-6b77-45f2-a9b8-e52304fdc35e" providerId="ADAL" clId="{9DC35DBD-8A41-47BA-9172-0F9879B09775}" dt="2025-09-04T13:56:36.146" v="1247" actId="478"/>
          <ac:picMkLst>
            <pc:docMk/>
            <pc:sldMk cId="748672570" sldId="267"/>
            <ac:picMk id="11" creationId="{1BA4BA37-0B12-450C-88C9-8C62BBD238E9}"/>
          </ac:picMkLst>
        </pc:picChg>
        <pc:picChg chg="add del mod">
          <ac:chgData name="PATHMANATHAN Tharinyan" userId="0aa59e52-6b77-45f2-a9b8-e52304fdc35e" providerId="ADAL" clId="{9DC35DBD-8A41-47BA-9172-0F9879B09775}" dt="2025-09-04T13:56:37.114" v="1248" actId="478"/>
          <ac:picMkLst>
            <pc:docMk/>
            <pc:sldMk cId="748672570" sldId="267"/>
            <ac:picMk id="13" creationId="{EBBECD57-77CA-6D41-AE59-64956E24AF59}"/>
          </ac:picMkLst>
        </pc:picChg>
      </pc:sldChg>
      <pc:sldChg chg="addSp delSp modSp add mod">
        <pc:chgData name="PATHMANATHAN Tharinyan" userId="0aa59e52-6b77-45f2-a9b8-e52304fdc35e" providerId="ADAL" clId="{9DC35DBD-8A41-47BA-9172-0F9879B09775}" dt="2025-09-04T13:56:57.849" v="1249" actId="478"/>
        <pc:sldMkLst>
          <pc:docMk/>
          <pc:sldMk cId="2573778454" sldId="268"/>
        </pc:sldMkLst>
        <pc:spChg chg="mod">
          <ac:chgData name="PATHMANATHAN Tharinyan" userId="0aa59e52-6b77-45f2-a9b8-e52304fdc35e" providerId="ADAL" clId="{9DC35DBD-8A41-47BA-9172-0F9879B09775}" dt="2025-08-29T10:17:17.610" v="858" actId="20577"/>
          <ac:spMkLst>
            <pc:docMk/>
            <pc:sldMk cId="2573778454" sldId="268"/>
            <ac:spMk id="2" creationId="{A7ADA9AC-305E-CA0B-2DEA-849E2BC3B75F}"/>
          </ac:spMkLst>
        </pc:spChg>
        <pc:picChg chg="add del mod">
          <ac:chgData name="PATHMANATHAN Tharinyan" userId="0aa59e52-6b77-45f2-a9b8-e52304fdc35e" providerId="ADAL" clId="{9DC35DBD-8A41-47BA-9172-0F9879B09775}" dt="2025-09-04T13:56:57.849" v="1249" actId="478"/>
          <ac:picMkLst>
            <pc:docMk/>
            <pc:sldMk cId="2573778454" sldId="268"/>
            <ac:picMk id="5" creationId="{239068C6-E02B-A7DE-4A8B-279BE835AB2E}"/>
          </ac:picMkLst>
        </pc:picChg>
        <pc:picChg chg="add mod">
          <ac:chgData name="PATHMANATHAN Tharinyan" userId="0aa59e52-6b77-45f2-a9b8-e52304fdc35e" providerId="ADAL" clId="{9DC35DBD-8A41-47BA-9172-0F9879B09775}" dt="2025-08-29T10:18:30.317" v="862" actId="1076"/>
          <ac:picMkLst>
            <pc:docMk/>
            <pc:sldMk cId="2573778454" sldId="268"/>
            <ac:picMk id="8" creationId="{273983CD-32A3-BABE-6858-FC651E752836}"/>
          </ac:picMkLst>
        </pc:picChg>
        <pc:picChg chg="add mod">
          <ac:chgData name="PATHMANATHAN Tharinyan" userId="0aa59e52-6b77-45f2-a9b8-e52304fdc35e" providerId="ADAL" clId="{9DC35DBD-8A41-47BA-9172-0F9879B09775}" dt="2025-08-29T10:19:34.610" v="866" actId="1076"/>
          <ac:picMkLst>
            <pc:docMk/>
            <pc:sldMk cId="2573778454" sldId="268"/>
            <ac:picMk id="12" creationId="{849A2DE3-89EC-F624-3805-7F05BF827813}"/>
          </ac:picMkLst>
        </pc:picChg>
        <pc:picChg chg="add mod">
          <ac:chgData name="PATHMANATHAN Tharinyan" userId="0aa59e52-6b77-45f2-a9b8-e52304fdc35e" providerId="ADAL" clId="{9DC35DBD-8A41-47BA-9172-0F9879B09775}" dt="2025-08-29T10:19:37.018" v="867" actId="1076"/>
          <ac:picMkLst>
            <pc:docMk/>
            <pc:sldMk cId="2573778454" sldId="268"/>
            <ac:picMk id="15" creationId="{271AD908-FD1D-1E11-710C-993C011D200F}"/>
          </ac:picMkLst>
        </pc:picChg>
      </pc:sldChg>
      <pc:sldChg chg="addSp delSp modSp add mod addAnim">
        <pc:chgData name="PATHMANATHAN Tharinyan" userId="0aa59e52-6b77-45f2-a9b8-e52304fdc35e" providerId="ADAL" clId="{9DC35DBD-8A41-47BA-9172-0F9879B09775}" dt="2025-08-31T10:33:41.431" v="1082" actId="113"/>
        <pc:sldMkLst>
          <pc:docMk/>
          <pc:sldMk cId="1090600301" sldId="269"/>
        </pc:sldMkLst>
        <pc:spChg chg="add del mod">
          <ac:chgData name="PATHMANATHAN Tharinyan" userId="0aa59e52-6b77-45f2-a9b8-e52304fdc35e" providerId="ADAL" clId="{9DC35DBD-8A41-47BA-9172-0F9879B09775}" dt="2025-08-31T10:21:09.331" v="1009" actId="20577"/>
          <ac:spMkLst>
            <pc:docMk/>
            <pc:sldMk cId="1090600301" sldId="269"/>
            <ac:spMk id="2" creationId="{DD310275-808E-CB4B-7CFA-48B94146DD28}"/>
          </ac:spMkLst>
        </pc:spChg>
        <pc:spChg chg="add mod">
          <ac:chgData name="PATHMANATHAN Tharinyan" userId="0aa59e52-6b77-45f2-a9b8-e52304fdc35e" providerId="ADAL" clId="{9DC35DBD-8A41-47BA-9172-0F9879B09775}" dt="2025-08-31T10:33:41.431" v="1082" actId="113"/>
          <ac:spMkLst>
            <pc:docMk/>
            <pc:sldMk cId="1090600301" sldId="269"/>
            <ac:spMk id="11" creationId="{BC6431D1-409D-F04A-F5EB-C8CC31BBFB23}"/>
          </ac:spMkLst>
        </pc:spChg>
        <pc:spChg chg="add">
          <ac:chgData name="PATHMANATHAN Tharinyan" userId="0aa59e52-6b77-45f2-a9b8-e52304fdc35e" providerId="ADAL" clId="{9DC35DBD-8A41-47BA-9172-0F9879B09775}" dt="2025-08-31T10:20:23.916" v="981" actId="26606"/>
          <ac:spMkLst>
            <pc:docMk/>
            <pc:sldMk cId="1090600301" sldId="269"/>
            <ac:spMk id="46" creationId="{CD333CBE-B699-4E3B-9F45-C045F773434F}"/>
          </ac:spMkLst>
        </pc:spChg>
        <pc:spChg chg="add">
          <ac:chgData name="PATHMANATHAN Tharinyan" userId="0aa59e52-6b77-45f2-a9b8-e52304fdc35e" providerId="ADAL" clId="{9DC35DBD-8A41-47BA-9172-0F9879B09775}" dt="2025-08-31T10:20:23.916" v="981" actId="26606"/>
          <ac:spMkLst>
            <pc:docMk/>
            <pc:sldMk cId="1090600301" sldId="269"/>
            <ac:spMk id="48" creationId="{FCA118C4-32A6-466D-8453-BA738103A062}"/>
          </ac:spMkLst>
        </pc:spChg>
        <pc:picChg chg="add mod">
          <ac:chgData name="PATHMANATHAN Tharinyan" userId="0aa59e52-6b77-45f2-a9b8-e52304fdc35e" providerId="ADAL" clId="{9DC35DBD-8A41-47BA-9172-0F9879B09775}" dt="2025-08-31T10:25:05.745" v="1012" actId="1076"/>
          <ac:picMkLst>
            <pc:docMk/>
            <pc:sldMk cId="1090600301" sldId="269"/>
            <ac:picMk id="10" creationId="{63DC54AE-6EAA-0D49-E3FA-7E2BC70F736A}"/>
          </ac:picMkLst>
        </pc:picChg>
      </pc:sldChg>
      <pc:sldChg chg="addSp delSp modSp add mod">
        <pc:chgData name="PATHMANATHAN Tharinyan" userId="0aa59e52-6b77-45f2-a9b8-e52304fdc35e" providerId="ADAL" clId="{9DC35DBD-8A41-47BA-9172-0F9879B09775}" dt="2025-08-31T10:34:51.468" v="1083" actId="1076"/>
        <pc:sldMkLst>
          <pc:docMk/>
          <pc:sldMk cId="136904444" sldId="270"/>
        </pc:sldMkLst>
        <pc:spChg chg="mod">
          <ac:chgData name="PATHMANATHAN Tharinyan" userId="0aa59e52-6b77-45f2-a9b8-e52304fdc35e" providerId="ADAL" clId="{9DC35DBD-8A41-47BA-9172-0F9879B09775}" dt="2025-08-31T10:27:53.019" v="1050" actId="26606"/>
          <ac:spMkLst>
            <pc:docMk/>
            <pc:sldMk cId="136904444" sldId="270"/>
            <ac:spMk id="2" creationId="{CC1A92D8-F516-D4C0-FE85-79D9CB9AE085}"/>
          </ac:spMkLst>
        </pc:spChg>
        <pc:spChg chg="add mod">
          <ac:chgData name="PATHMANATHAN Tharinyan" userId="0aa59e52-6b77-45f2-a9b8-e52304fdc35e" providerId="ADAL" clId="{9DC35DBD-8A41-47BA-9172-0F9879B09775}" dt="2025-08-31T10:34:51.468" v="1083" actId="1076"/>
          <ac:spMkLst>
            <pc:docMk/>
            <pc:sldMk cId="136904444" sldId="270"/>
            <ac:spMk id="7" creationId="{F236CEF7-EC62-760B-D401-BBC53245D961}"/>
          </ac:spMkLst>
        </pc:spChg>
        <pc:spChg chg="add">
          <ac:chgData name="PATHMANATHAN Tharinyan" userId="0aa59e52-6b77-45f2-a9b8-e52304fdc35e" providerId="ADAL" clId="{9DC35DBD-8A41-47BA-9172-0F9879B09775}" dt="2025-08-31T10:27:53.019" v="1050" actId="26606"/>
          <ac:spMkLst>
            <pc:docMk/>
            <pc:sldMk cId="136904444" sldId="270"/>
            <ac:spMk id="53" creationId="{CD333CBE-B699-4E3B-9F45-C045F773434F}"/>
          </ac:spMkLst>
        </pc:spChg>
        <pc:picChg chg="add mod">
          <ac:chgData name="PATHMANATHAN Tharinyan" userId="0aa59e52-6b77-45f2-a9b8-e52304fdc35e" providerId="ADAL" clId="{9DC35DBD-8A41-47BA-9172-0F9879B09775}" dt="2025-08-31T10:28:36.148" v="1062" actId="14100"/>
          <ac:picMkLst>
            <pc:docMk/>
            <pc:sldMk cId="136904444" sldId="270"/>
            <ac:picMk id="6" creationId="{7F6A4621-8791-8FE6-F0A6-9E5D4BA9EC39}"/>
          </ac:picMkLst>
        </pc:picChg>
      </pc:sldChg>
      <pc:sldChg chg="addSp delSp modSp add mod setBg">
        <pc:chgData name="PATHMANATHAN Tharinyan" userId="0aa59e52-6b77-45f2-a9b8-e52304fdc35e" providerId="ADAL" clId="{9DC35DBD-8A41-47BA-9172-0F9879B09775}" dt="2025-08-31T10:38:39.786" v="1122" actId="255"/>
        <pc:sldMkLst>
          <pc:docMk/>
          <pc:sldMk cId="771120706" sldId="271"/>
        </pc:sldMkLst>
        <pc:spChg chg="mod">
          <ac:chgData name="PATHMANATHAN Tharinyan" userId="0aa59e52-6b77-45f2-a9b8-e52304fdc35e" providerId="ADAL" clId="{9DC35DBD-8A41-47BA-9172-0F9879B09775}" dt="2025-08-31T10:37:34.331" v="1115" actId="255"/>
          <ac:spMkLst>
            <pc:docMk/>
            <pc:sldMk cId="771120706" sldId="271"/>
            <ac:spMk id="2" creationId="{7FD7985E-81C3-5480-1262-9F08CFDC236E}"/>
          </ac:spMkLst>
        </pc:spChg>
        <pc:spChg chg="mod ord">
          <ac:chgData name="PATHMANATHAN Tharinyan" userId="0aa59e52-6b77-45f2-a9b8-e52304fdc35e" providerId="ADAL" clId="{9DC35DBD-8A41-47BA-9172-0F9879B09775}" dt="2025-08-31T10:37:20.245" v="1113" actId="20577"/>
          <ac:spMkLst>
            <pc:docMk/>
            <pc:sldMk cId="771120706" sldId="271"/>
            <ac:spMk id="7" creationId="{334340A8-5E4B-64F9-B677-418EDCA72286}"/>
          </ac:spMkLst>
        </pc:spChg>
        <pc:spChg chg="add mod">
          <ac:chgData name="PATHMANATHAN Tharinyan" userId="0aa59e52-6b77-45f2-a9b8-e52304fdc35e" providerId="ADAL" clId="{9DC35DBD-8A41-47BA-9172-0F9879B09775}" dt="2025-08-31T10:38:39.786" v="1122" actId="255"/>
          <ac:spMkLst>
            <pc:docMk/>
            <pc:sldMk cId="771120706" sldId="271"/>
            <ac:spMk id="9" creationId="{2D23DB48-2E45-363A-223C-7A1FF9C4BF8E}"/>
          </ac:spMkLst>
        </pc:spChg>
        <pc:spChg chg="add">
          <ac:chgData name="PATHMANATHAN Tharinyan" userId="0aa59e52-6b77-45f2-a9b8-e52304fdc35e" providerId="ADAL" clId="{9DC35DBD-8A41-47BA-9172-0F9879B09775}" dt="2025-08-31T10:37:01.019" v="1107" actId="26606"/>
          <ac:spMkLst>
            <pc:docMk/>
            <pc:sldMk cId="771120706" sldId="271"/>
            <ac:spMk id="58" creationId="{D6EA1A26-163F-4F15-91F4-F2C51AC9C106}"/>
          </ac:spMkLst>
        </pc:spChg>
        <pc:picChg chg="add mod">
          <ac:chgData name="PATHMANATHAN Tharinyan" userId="0aa59e52-6b77-45f2-a9b8-e52304fdc35e" providerId="ADAL" clId="{9DC35DBD-8A41-47BA-9172-0F9879B09775}" dt="2025-08-31T10:37:16.049" v="1112" actId="1076"/>
          <ac:picMkLst>
            <pc:docMk/>
            <pc:sldMk cId="771120706" sldId="271"/>
            <ac:picMk id="8" creationId="{70E0ACAC-8DDE-AEA6-D90A-7CE0A7F614D2}"/>
          </ac:picMkLst>
        </pc:picChg>
      </pc:sldChg>
      <pc:sldChg chg="addSp delSp modSp add mod">
        <pc:chgData name="PATHMANATHAN Tharinyan" userId="0aa59e52-6b77-45f2-a9b8-e52304fdc35e" providerId="ADAL" clId="{9DC35DBD-8A41-47BA-9172-0F9879B09775}" dt="2025-08-31T10:47:29.320" v="1183" actId="1076"/>
        <pc:sldMkLst>
          <pc:docMk/>
          <pc:sldMk cId="309517544" sldId="272"/>
        </pc:sldMkLst>
        <pc:spChg chg="mod">
          <ac:chgData name="PATHMANATHAN Tharinyan" userId="0aa59e52-6b77-45f2-a9b8-e52304fdc35e" providerId="ADAL" clId="{9DC35DBD-8A41-47BA-9172-0F9879B09775}" dt="2025-08-31T10:46:06.796" v="1173" actId="207"/>
          <ac:spMkLst>
            <pc:docMk/>
            <pc:sldMk cId="309517544" sldId="272"/>
            <ac:spMk id="2" creationId="{75645664-39D6-0D0C-5EEB-BF0E6773094A}"/>
          </ac:spMkLst>
        </pc:spChg>
        <pc:spChg chg="ord">
          <ac:chgData name="PATHMANATHAN Tharinyan" userId="0aa59e52-6b77-45f2-a9b8-e52304fdc35e" providerId="ADAL" clId="{9DC35DBD-8A41-47BA-9172-0F9879B09775}" dt="2025-08-31T10:41:20.416" v="1170" actId="26606"/>
          <ac:spMkLst>
            <pc:docMk/>
            <pc:sldMk cId="309517544" sldId="272"/>
            <ac:spMk id="7" creationId="{452F7ED4-DF6F-6617-B5B3-A88D32B8FB0F}"/>
          </ac:spMkLst>
        </pc:spChg>
        <pc:spChg chg="mod">
          <ac:chgData name="PATHMANATHAN Tharinyan" userId="0aa59e52-6b77-45f2-a9b8-e52304fdc35e" providerId="ADAL" clId="{9DC35DBD-8A41-47BA-9172-0F9879B09775}" dt="2025-08-31T10:47:23.245" v="1181" actId="14100"/>
          <ac:spMkLst>
            <pc:docMk/>
            <pc:sldMk cId="309517544" sldId="272"/>
            <ac:spMk id="9" creationId="{E85A5288-689D-A8A6-6F5D-920336546952}"/>
          </ac:spMkLst>
        </pc:spChg>
        <pc:picChg chg="add mod">
          <ac:chgData name="PATHMANATHAN Tharinyan" userId="0aa59e52-6b77-45f2-a9b8-e52304fdc35e" providerId="ADAL" clId="{9DC35DBD-8A41-47BA-9172-0F9879B09775}" dt="2025-08-31T10:47:29.320" v="1183" actId="1076"/>
          <ac:picMkLst>
            <pc:docMk/>
            <pc:sldMk cId="309517544" sldId="272"/>
            <ac:picMk id="4" creationId="{72531B64-7E43-52F4-E8D6-A0007F68C74C}"/>
          </ac:picMkLst>
        </pc:picChg>
      </pc:sldChg>
      <pc:sldChg chg="addSp delSp modSp add mod ord">
        <pc:chgData name="PATHMANATHAN Tharinyan" userId="0aa59e52-6b77-45f2-a9b8-e52304fdc35e" providerId="ADAL" clId="{9DC35DBD-8A41-47BA-9172-0F9879B09775}" dt="2025-09-04T13:14:33.548" v="1242" actId="207"/>
        <pc:sldMkLst>
          <pc:docMk/>
          <pc:sldMk cId="776137820" sldId="273"/>
        </pc:sldMkLst>
        <pc:spChg chg="mod">
          <ac:chgData name="PATHMANATHAN Tharinyan" userId="0aa59e52-6b77-45f2-a9b8-e52304fdc35e" providerId="ADAL" clId="{9DC35DBD-8A41-47BA-9172-0F9879B09775}" dt="2025-08-31T11:06:33.179" v="1236" actId="20577"/>
          <ac:spMkLst>
            <pc:docMk/>
            <pc:sldMk cId="776137820" sldId="273"/>
            <ac:spMk id="2" creationId="{8D42F556-4813-A52F-2D48-ED96E1EB6552}"/>
          </ac:spMkLst>
        </pc:spChg>
        <pc:spChg chg="mod">
          <ac:chgData name="PATHMANATHAN Tharinyan" userId="0aa59e52-6b77-45f2-a9b8-e52304fdc35e" providerId="ADAL" clId="{9DC35DBD-8A41-47BA-9172-0F9879B09775}" dt="2025-09-04T13:14:33.548" v="1242" actId="207"/>
          <ac:spMkLst>
            <pc:docMk/>
            <pc:sldMk cId="776137820" sldId="273"/>
            <ac:spMk id="7" creationId="{B99C6405-23F0-AAE0-D124-E80B8FB6D8FA}"/>
          </ac:spMkLst>
        </pc:spChg>
        <pc:picChg chg="add mod">
          <ac:chgData name="PATHMANATHAN Tharinyan" userId="0aa59e52-6b77-45f2-a9b8-e52304fdc35e" providerId="ADAL" clId="{9DC35DBD-8A41-47BA-9172-0F9879B09775}" dt="2025-09-04T13:14:29.070" v="1241" actId="1076"/>
          <ac:picMkLst>
            <pc:docMk/>
            <pc:sldMk cId="776137820" sldId="273"/>
            <ac:picMk id="4" creationId="{A2E01542-40F5-F8C3-69FF-DB1BE47C23F6}"/>
          </ac:picMkLst>
        </pc:picChg>
        <pc:picChg chg="del">
          <ac:chgData name="PATHMANATHAN Tharinyan" userId="0aa59e52-6b77-45f2-a9b8-e52304fdc35e" providerId="ADAL" clId="{9DC35DBD-8A41-47BA-9172-0F9879B09775}" dt="2025-09-04T13:14:07.670" v="1237" actId="478"/>
          <ac:picMkLst>
            <pc:docMk/>
            <pc:sldMk cId="776137820" sldId="273"/>
            <ac:picMk id="6" creationId="{5ABDFD64-36F6-6E4F-2CE7-F7EB7633C2A4}"/>
          </ac:picMkLst>
        </pc:picChg>
      </pc:sldChg>
      <pc:sldChg chg="addSp delSp modSp add mod">
        <pc:chgData name="PATHMANATHAN Tharinyan" userId="0aa59e52-6b77-45f2-a9b8-e52304fdc35e" providerId="ADAL" clId="{9DC35DBD-8A41-47BA-9172-0F9879B09775}" dt="2025-09-04T14:19:25.022" v="1285" actId="26606"/>
        <pc:sldMkLst>
          <pc:docMk/>
          <pc:sldMk cId="1348956779" sldId="274"/>
        </pc:sldMkLst>
        <pc:spChg chg="mod">
          <ac:chgData name="PATHMANATHAN Tharinyan" userId="0aa59e52-6b77-45f2-a9b8-e52304fdc35e" providerId="ADAL" clId="{9DC35DBD-8A41-47BA-9172-0F9879B09775}" dt="2025-09-04T14:19:25.022" v="1285" actId="26606"/>
          <ac:spMkLst>
            <pc:docMk/>
            <pc:sldMk cId="1348956779" sldId="274"/>
            <ac:spMk id="2" creationId="{F3272AEE-8A98-1418-AA13-AF6A1CDDBEBC}"/>
          </ac:spMkLst>
        </pc:spChg>
        <pc:spChg chg="del">
          <ac:chgData name="PATHMANATHAN Tharinyan" userId="0aa59e52-6b77-45f2-a9b8-e52304fdc35e" providerId="ADAL" clId="{9DC35DBD-8A41-47BA-9172-0F9879B09775}" dt="2025-09-04T14:19:25.022" v="1285" actId="26606"/>
          <ac:spMkLst>
            <pc:docMk/>
            <pc:sldMk cId="1348956779" sldId="274"/>
            <ac:spMk id="75" creationId="{80FB1DC4-B2C7-C62E-6D23-B58237901BCD}"/>
          </ac:spMkLst>
        </pc:spChg>
        <pc:spChg chg="del">
          <ac:chgData name="PATHMANATHAN Tharinyan" userId="0aa59e52-6b77-45f2-a9b8-e52304fdc35e" providerId="ADAL" clId="{9DC35DBD-8A41-47BA-9172-0F9879B09775}" dt="2025-09-04T14:19:25.022" v="1285" actId="26606"/>
          <ac:spMkLst>
            <pc:docMk/>
            <pc:sldMk cId="1348956779" sldId="274"/>
            <ac:spMk id="77" creationId="{52ADC857-83BF-90CF-D3FF-3176A7697370}"/>
          </ac:spMkLst>
        </pc:spChg>
        <pc:spChg chg="del">
          <ac:chgData name="PATHMANATHAN Tharinyan" userId="0aa59e52-6b77-45f2-a9b8-e52304fdc35e" providerId="ADAL" clId="{9DC35DBD-8A41-47BA-9172-0F9879B09775}" dt="2025-09-04T14:19:25.022" v="1285" actId="26606"/>
          <ac:spMkLst>
            <pc:docMk/>
            <pc:sldMk cId="1348956779" sldId="274"/>
            <ac:spMk id="79" creationId="{DE30668F-65A9-FB20-0DB9-DBB3FCD7128D}"/>
          </ac:spMkLst>
        </pc:spChg>
        <pc:spChg chg="add">
          <ac:chgData name="PATHMANATHAN Tharinyan" userId="0aa59e52-6b77-45f2-a9b8-e52304fdc35e" providerId="ADAL" clId="{9DC35DBD-8A41-47BA-9172-0F9879B09775}" dt="2025-09-04T14:19:25.022" v="1285" actId="26606"/>
          <ac:spMkLst>
            <pc:docMk/>
            <pc:sldMk cId="1348956779" sldId="274"/>
            <ac:spMk id="84" creationId="{5D4BBAA4-5350-4225-A232-680E7C33436B}"/>
          </ac:spMkLst>
        </pc:spChg>
        <pc:spChg chg="add">
          <ac:chgData name="PATHMANATHAN Tharinyan" userId="0aa59e52-6b77-45f2-a9b8-e52304fdc35e" providerId="ADAL" clId="{9DC35DBD-8A41-47BA-9172-0F9879B09775}" dt="2025-09-04T14:19:25.022" v="1285" actId="26606"/>
          <ac:spMkLst>
            <pc:docMk/>
            <pc:sldMk cId="1348956779" sldId="274"/>
            <ac:spMk id="86" creationId="{80574B87-291D-42D5-849E-368485E048A1}"/>
          </ac:spMkLst>
        </pc:spChg>
        <pc:spChg chg="add">
          <ac:chgData name="PATHMANATHAN Tharinyan" userId="0aa59e52-6b77-45f2-a9b8-e52304fdc35e" providerId="ADAL" clId="{9DC35DBD-8A41-47BA-9172-0F9879B09775}" dt="2025-09-04T14:19:25.022" v="1285" actId="26606"/>
          <ac:spMkLst>
            <pc:docMk/>
            <pc:sldMk cId="1348956779" sldId="274"/>
            <ac:spMk id="88" creationId="{DDBB8A1B-F478-46E3-B3D4-FC7E87D51182}"/>
          </ac:spMkLst>
        </pc:spChg>
        <pc:picChg chg="add mod ord">
          <ac:chgData name="PATHMANATHAN Tharinyan" userId="0aa59e52-6b77-45f2-a9b8-e52304fdc35e" providerId="ADAL" clId="{9DC35DBD-8A41-47BA-9172-0F9879B09775}" dt="2025-09-04T14:19:25.022" v="1285" actId="26606"/>
          <ac:picMkLst>
            <pc:docMk/>
            <pc:sldMk cId="1348956779" sldId="274"/>
            <ac:picMk id="4" creationId="{3D0FD8E4-702B-02D7-0D30-6CAE488D13BD}"/>
          </ac:picMkLst>
        </pc:picChg>
        <pc:picChg chg="del mod">
          <ac:chgData name="PATHMANATHAN Tharinyan" userId="0aa59e52-6b77-45f2-a9b8-e52304fdc35e" providerId="ADAL" clId="{9DC35DBD-8A41-47BA-9172-0F9879B09775}" dt="2025-09-04T14:18:23.859" v="1276" actId="478"/>
          <ac:picMkLst>
            <pc:docMk/>
            <pc:sldMk cId="1348956779" sldId="274"/>
            <ac:picMk id="5" creationId="{78CA5D82-D4A9-90C4-DBCE-8955BF6DF32B}"/>
          </ac:picMkLst>
        </pc:picChg>
        <pc:picChg chg="add mod">
          <ac:chgData name="PATHMANATHAN Tharinyan" userId="0aa59e52-6b77-45f2-a9b8-e52304fdc35e" providerId="ADAL" clId="{9DC35DBD-8A41-47BA-9172-0F9879B09775}" dt="2025-09-04T14:19:25.022" v="1285" actId="26606"/>
          <ac:picMkLst>
            <pc:docMk/>
            <pc:sldMk cId="1348956779" sldId="274"/>
            <ac:picMk id="7" creationId="{F3CFFDAD-2554-5866-80DC-2858234E3719}"/>
          </ac:picMkLst>
        </pc:picChg>
        <pc:picChg chg="del">
          <ac:chgData name="PATHMANATHAN Tharinyan" userId="0aa59e52-6b77-45f2-a9b8-e52304fdc35e" providerId="ADAL" clId="{9DC35DBD-8A41-47BA-9172-0F9879B09775}" dt="2025-09-04T14:18:25.784" v="1278" actId="478"/>
          <ac:picMkLst>
            <pc:docMk/>
            <pc:sldMk cId="1348956779" sldId="274"/>
            <ac:picMk id="8" creationId="{3BEBD63B-724B-FEC2-9CFC-80E6213DBE4B}"/>
          </ac:picMkLst>
        </pc:picChg>
        <pc:picChg chg="del">
          <ac:chgData name="PATHMANATHAN Tharinyan" userId="0aa59e52-6b77-45f2-a9b8-e52304fdc35e" providerId="ADAL" clId="{9DC35DBD-8A41-47BA-9172-0F9879B09775}" dt="2025-09-04T14:18:25.052" v="1277" actId="478"/>
          <ac:picMkLst>
            <pc:docMk/>
            <pc:sldMk cId="1348956779" sldId="274"/>
            <ac:picMk id="9" creationId="{E9B4510A-8958-56B6-ACFB-9FB6A499C870}"/>
          </ac:picMkLst>
        </pc:picChg>
      </pc:sldChg>
      <pc:sldChg chg="addSp delSp modSp add mod">
        <pc:chgData name="PATHMANATHAN Tharinyan" userId="0aa59e52-6b77-45f2-a9b8-e52304fdc35e" providerId="ADAL" clId="{9DC35DBD-8A41-47BA-9172-0F9879B09775}" dt="2025-09-04T14:44:03.229" v="1302" actId="1076"/>
        <pc:sldMkLst>
          <pc:docMk/>
          <pc:sldMk cId="2558695580" sldId="275"/>
        </pc:sldMkLst>
        <pc:spChg chg="mod">
          <ac:chgData name="PATHMANATHAN Tharinyan" userId="0aa59e52-6b77-45f2-a9b8-e52304fdc35e" providerId="ADAL" clId="{9DC35DBD-8A41-47BA-9172-0F9879B09775}" dt="2025-09-04T14:43:48.819" v="1297" actId="26606"/>
          <ac:spMkLst>
            <pc:docMk/>
            <pc:sldMk cId="2558695580" sldId="275"/>
            <ac:spMk id="2" creationId="{FE37A2F8-4020-8ED6-F3BD-725D1516BB00}"/>
          </ac:spMkLst>
        </pc:spChg>
        <pc:spChg chg="add del">
          <ac:chgData name="PATHMANATHAN Tharinyan" userId="0aa59e52-6b77-45f2-a9b8-e52304fdc35e" providerId="ADAL" clId="{9DC35DBD-8A41-47BA-9172-0F9879B09775}" dt="2025-09-04T14:43:48.819" v="1297" actId="26606"/>
          <ac:spMkLst>
            <pc:docMk/>
            <pc:sldMk cId="2558695580" sldId="275"/>
            <ac:spMk id="84" creationId="{35DE2820-820F-E984-56C3-0233489C526F}"/>
          </ac:spMkLst>
        </pc:spChg>
        <pc:spChg chg="add del">
          <ac:chgData name="PATHMANATHAN Tharinyan" userId="0aa59e52-6b77-45f2-a9b8-e52304fdc35e" providerId="ADAL" clId="{9DC35DBD-8A41-47BA-9172-0F9879B09775}" dt="2025-09-04T14:43:48.819" v="1297" actId="26606"/>
          <ac:spMkLst>
            <pc:docMk/>
            <pc:sldMk cId="2558695580" sldId="275"/>
            <ac:spMk id="86" creationId="{54F11C1A-6FB9-A8A6-801A-CD854B319857}"/>
          </ac:spMkLst>
        </pc:spChg>
        <pc:spChg chg="add del">
          <ac:chgData name="PATHMANATHAN Tharinyan" userId="0aa59e52-6b77-45f2-a9b8-e52304fdc35e" providerId="ADAL" clId="{9DC35DBD-8A41-47BA-9172-0F9879B09775}" dt="2025-09-04T14:43:48.819" v="1297" actId="26606"/>
          <ac:spMkLst>
            <pc:docMk/>
            <pc:sldMk cId="2558695580" sldId="275"/>
            <ac:spMk id="88" creationId="{06080C84-E5E4-55C9-F2F2-51EE38BB8556}"/>
          </ac:spMkLst>
        </pc:spChg>
        <pc:spChg chg="add">
          <ac:chgData name="PATHMANATHAN Tharinyan" userId="0aa59e52-6b77-45f2-a9b8-e52304fdc35e" providerId="ADAL" clId="{9DC35DBD-8A41-47BA-9172-0F9879B09775}" dt="2025-09-04T14:43:48.819" v="1297" actId="26606"/>
          <ac:spMkLst>
            <pc:docMk/>
            <pc:sldMk cId="2558695580" sldId="275"/>
            <ac:spMk id="90" creationId="{CD333CBE-B699-4E3B-9F45-C045F773434F}"/>
          </ac:spMkLst>
        </pc:spChg>
        <pc:spChg chg="add del">
          <ac:chgData name="PATHMANATHAN Tharinyan" userId="0aa59e52-6b77-45f2-a9b8-e52304fdc35e" providerId="ADAL" clId="{9DC35DBD-8A41-47BA-9172-0F9879B09775}" dt="2025-09-04T14:43:20.248" v="1292" actId="26606"/>
          <ac:spMkLst>
            <pc:docMk/>
            <pc:sldMk cId="2558695580" sldId="275"/>
            <ac:spMk id="93" creationId="{CD333CBE-B699-4E3B-9F45-C045F773434F}"/>
          </ac:spMkLst>
        </pc:spChg>
        <pc:spChg chg="add del">
          <ac:chgData name="PATHMANATHAN Tharinyan" userId="0aa59e52-6b77-45f2-a9b8-e52304fdc35e" providerId="ADAL" clId="{9DC35DBD-8A41-47BA-9172-0F9879B09775}" dt="2025-09-04T14:43:20.248" v="1292" actId="26606"/>
          <ac:spMkLst>
            <pc:docMk/>
            <pc:sldMk cId="2558695580" sldId="275"/>
            <ac:spMk id="95" creationId="{FCA118C4-32A6-466D-8453-BA738103A062}"/>
          </ac:spMkLst>
        </pc:spChg>
        <pc:spChg chg="add del">
          <ac:chgData name="PATHMANATHAN Tharinyan" userId="0aa59e52-6b77-45f2-a9b8-e52304fdc35e" providerId="ADAL" clId="{9DC35DBD-8A41-47BA-9172-0F9879B09775}" dt="2025-09-04T14:43:31.952" v="1296" actId="26606"/>
          <ac:spMkLst>
            <pc:docMk/>
            <pc:sldMk cId="2558695580" sldId="275"/>
            <ac:spMk id="97" creationId="{CD333CBE-B699-4E3B-9F45-C045F773434F}"/>
          </ac:spMkLst>
        </pc:spChg>
        <pc:picChg chg="del">
          <ac:chgData name="PATHMANATHAN Tharinyan" userId="0aa59e52-6b77-45f2-a9b8-e52304fdc35e" providerId="ADAL" clId="{9DC35DBD-8A41-47BA-9172-0F9879B09775}" dt="2025-09-04T14:42:03.577" v="1288" actId="478"/>
          <ac:picMkLst>
            <pc:docMk/>
            <pc:sldMk cId="2558695580" sldId="275"/>
            <ac:picMk id="4" creationId="{30B5204E-72DC-A5DD-628D-D3CAC9CA4EB7}"/>
          </ac:picMkLst>
        </pc:picChg>
        <pc:picChg chg="add del mod">
          <ac:chgData name="PATHMANATHAN Tharinyan" userId="0aa59e52-6b77-45f2-a9b8-e52304fdc35e" providerId="ADAL" clId="{9DC35DBD-8A41-47BA-9172-0F9879B09775}" dt="2025-09-04T14:43:58.146" v="1300" actId="478"/>
          <ac:picMkLst>
            <pc:docMk/>
            <pc:sldMk cId="2558695580" sldId="275"/>
            <ac:picMk id="5" creationId="{C48FBD24-3189-D7CC-F9B9-42FB9A0B4182}"/>
          </ac:picMkLst>
        </pc:picChg>
        <pc:picChg chg="del">
          <ac:chgData name="PATHMANATHAN Tharinyan" userId="0aa59e52-6b77-45f2-a9b8-e52304fdc35e" providerId="ADAL" clId="{9DC35DBD-8A41-47BA-9172-0F9879B09775}" dt="2025-09-04T14:42:02.294" v="1287" actId="478"/>
          <ac:picMkLst>
            <pc:docMk/>
            <pc:sldMk cId="2558695580" sldId="275"/>
            <ac:picMk id="7" creationId="{DBA2EC9D-2F38-287E-1A45-A68E54EEEB79}"/>
          </ac:picMkLst>
        </pc:picChg>
        <pc:picChg chg="add mod">
          <ac:chgData name="PATHMANATHAN Tharinyan" userId="0aa59e52-6b77-45f2-a9b8-e52304fdc35e" providerId="ADAL" clId="{9DC35DBD-8A41-47BA-9172-0F9879B09775}" dt="2025-09-04T14:44:03.229" v="1302" actId="1076"/>
          <ac:picMkLst>
            <pc:docMk/>
            <pc:sldMk cId="2558695580" sldId="275"/>
            <ac:picMk id="8" creationId="{DCF2A623-7C25-1575-B81F-00982EECCFE3}"/>
          </ac:picMkLst>
        </pc:picChg>
      </pc:sldChg>
    </pc:docChg>
  </pc:docChgLst>
</pc:chgInfo>
</file>

<file path=ppt/comments/modernComment_10B_2C9FD63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C1CCBF7-CD45-4858-AFAC-FA84251FD6D3}" authorId="{A6BE6555-F699-6CA5-7B50-4968580AD10E}" created="2025-08-31T10:13:07.308">
    <pc:sldMkLst xmlns:pc="http://schemas.microsoft.com/office/powerpoint/2013/main/command">
      <pc:docMk/>
      <pc:sldMk cId="748672570" sldId="267"/>
    </pc:sldMkLst>
    <p188:replyLst>
      <p188:reply id="{75A512F2-1FD8-4C83-B3E8-FE143F3C9F51}" authorId="{A6BE6555-F699-6CA5-7B50-4968580AD10E}" created="2025-08-31T10:14:13.746">
        <p188:txBody>
          <a:bodyPr/>
          <a:lstStyle/>
          <a:p>
            <a:r>
              <a:rPr lang="fr-FR"/>
              <a:t>Rajouter graphique lié aux df top/flop</a:t>
            </a:r>
          </a:p>
        </p188:txBody>
      </p188:reply>
    </p188:replyLst>
    <p188:txBody>
      <a:bodyPr/>
      <a:lstStyle/>
      <a:p>
        <a:r>
          <a:rPr lang="fr-FR"/>
          <a:t>Créer graphique lié KPI top/flop</a:t>
        </a:r>
      </a:p>
    </p188:txBody>
  </p188:cm>
</p188:cmLst>
</file>

<file path=ppt/comments/modernComment_10C_9968BE1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A895E90-0FA0-4BB8-A810-0DFC9F6993D9}" authorId="{A6BE6555-F699-6CA5-7B50-4968580AD10E}" created="2025-08-31T10:14:43.873">
    <pc:sldMkLst xmlns:pc="http://schemas.microsoft.com/office/powerpoint/2013/main/command">
      <pc:docMk/>
      <pc:sldMk cId="2573778454" sldId="268"/>
    </pc:sldMkLst>
    <p188:txBody>
      <a:bodyPr/>
      <a:lstStyle/>
      <a:p>
        <a:r>
          <a:rPr lang="fr-FR"/>
          <a:t>Ajout de graphique client BtoB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1B75F1-DD99-4E01-B545-AAAD6FCC5E15}" type="datetimeFigureOut">
              <a:rPr lang="fr-FR" smtClean="0"/>
              <a:t>31/08/2025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52A7A0-0651-4B8C-9339-D419E5AC79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7941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3142453C-7FBA-4147-8D55-86EB625A555C}" type="datetimeFigureOut">
              <a:rPr lang="fr-FR" smtClean="0"/>
              <a:t>31/08/2025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046FF79-224B-4B80-AECF-BF3416F49A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7598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2453C-7FBA-4147-8D55-86EB625A555C}" type="datetimeFigureOut">
              <a:rPr lang="fr-FR" smtClean="0"/>
              <a:t>31/08/2025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FF79-224B-4B80-AECF-BF3416F49A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5096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2453C-7FBA-4147-8D55-86EB625A555C}" type="datetimeFigureOut">
              <a:rPr lang="fr-FR" smtClean="0"/>
              <a:t>31/08/2025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FF79-224B-4B80-AECF-BF3416F49A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6471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2453C-7FBA-4147-8D55-86EB625A555C}" type="datetimeFigureOut">
              <a:rPr lang="fr-FR" smtClean="0"/>
              <a:t>31/08/2025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FF79-224B-4B80-AECF-BF3416F49A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0426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2453C-7FBA-4147-8D55-86EB625A555C}" type="datetimeFigureOut">
              <a:rPr lang="fr-FR" smtClean="0"/>
              <a:t>31/08/2025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FF79-224B-4B80-AECF-BF3416F49A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8033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2453C-7FBA-4147-8D55-86EB625A555C}" type="datetimeFigureOut">
              <a:rPr lang="fr-FR" smtClean="0"/>
              <a:t>31/08/2025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FF79-224B-4B80-AECF-BF3416F49A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5503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2453C-7FBA-4147-8D55-86EB625A555C}" type="datetimeFigureOut">
              <a:rPr lang="fr-FR" smtClean="0"/>
              <a:t>31/08/2025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FF79-224B-4B80-AECF-BF3416F49A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4690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2453C-7FBA-4147-8D55-86EB625A555C}" type="datetimeFigureOut">
              <a:rPr lang="fr-FR" smtClean="0"/>
              <a:t>31/08/2025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046FF79-224B-4B80-AECF-BF3416F49A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6608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3142453C-7FBA-4147-8D55-86EB625A555C}" type="datetimeFigureOut">
              <a:rPr lang="fr-FR" smtClean="0"/>
              <a:t>31/08/2025</a:t>
            </a:fld>
            <a:endParaRPr lang="fr-FR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fr-FR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046FF79-224B-4B80-AECF-BF3416F49A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72316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2453C-7FBA-4147-8D55-86EB625A555C}" type="datetimeFigureOut">
              <a:rPr lang="fr-FR" smtClean="0"/>
              <a:t>31/08/2025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FF79-224B-4B80-AECF-BF3416F49A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9043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2453C-7FBA-4147-8D55-86EB625A555C}" type="datetimeFigureOut">
              <a:rPr lang="fr-FR" smtClean="0"/>
              <a:t>31/08/2025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FF79-224B-4B80-AECF-BF3416F49A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5318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3142453C-7FBA-4147-8D55-86EB625A555C}" type="datetimeFigureOut">
              <a:rPr lang="fr-FR" smtClean="0"/>
              <a:t>31/08/2025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4046FF79-224B-4B80-AECF-BF3416F49A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4046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help.xlstat.com/fr/6443-which-statistical-test-should-you-us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8/10/relationships/comments" Target="../comments/modernComment_10B_2C9FD63A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microsoft.com/office/2018/10/relationships/comments" Target="../comments/modernComment_10C_9968B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6C4CF-D67E-2980-7F65-8B7A80C6CE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Analysez les ventes d'une librairie avec R ou Python</a:t>
            </a:r>
            <a:br>
              <a:rPr lang="fr-FR" b="1" dirty="0"/>
            </a:b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DEE955D-C5DF-293E-7EA8-61FA19C7F1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Tharinyan PATHMANATHAN</a:t>
            </a:r>
          </a:p>
          <a:p>
            <a:r>
              <a:rPr lang="fr-FR" dirty="0"/>
              <a:t>	Data analyste</a:t>
            </a:r>
          </a:p>
          <a:p>
            <a:r>
              <a:rPr lang="fr-FR" dirty="0"/>
              <a:t>01/09/2025</a:t>
            </a:r>
          </a:p>
        </p:txBody>
      </p:sp>
    </p:spTree>
    <p:extLst>
      <p:ext uri="{BB962C8B-B14F-4D97-AF65-F5344CB8AC3E}">
        <p14:creationId xmlns:p14="http://schemas.microsoft.com/office/powerpoint/2010/main" val="2143604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D6F6937-3B5A-4391-9F37-58A571B36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8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C477C62-0023-1574-C43F-B1AD523E7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936711"/>
            <a:ext cx="2988265" cy="4984578"/>
          </a:xfrm>
        </p:spPr>
        <p:txBody>
          <a:bodyPr>
            <a:normAutofit/>
          </a:bodyPr>
          <a:lstStyle/>
          <a:p>
            <a:r>
              <a:rPr lang="fr-FR" sz="4400">
                <a:solidFill>
                  <a:srgbClr val="FFFFFF"/>
                </a:solidFill>
              </a:rPr>
              <a:t>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0C8708-88AD-6011-FBAF-3CA38B7FC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4389" y="936711"/>
            <a:ext cx="6815992" cy="4984578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l’entreprise </a:t>
            </a:r>
            <a:r>
              <a:rPr lang="fr-FR" dirty="0" err="1"/>
              <a:t>Lapage</a:t>
            </a:r>
            <a:r>
              <a:rPr lang="fr-FR" dirty="0"/>
              <a:t> qui était </a:t>
            </a:r>
            <a:r>
              <a:rPr lang="fr-FR" dirty="0" err="1"/>
              <a:t>orginellement</a:t>
            </a:r>
            <a:r>
              <a:rPr lang="fr-FR" dirty="0"/>
              <a:t> une libraire physique avec plusieurs points de vente, a ouvert un site de vente en ligne, il y a 2ans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Mission : comprendre au mieux les données recueillis et le comportement de ses clients pour le présenter  au CODIR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Equipe intervenante Marketing avec Annabelle et Julie, Business Intelligence </a:t>
            </a:r>
            <a:r>
              <a:rPr lang="fr-FR" dirty="0" err="1"/>
              <a:t>Analyst</a:t>
            </a:r>
            <a:endParaRPr lang="fr-FR" dirty="0"/>
          </a:p>
          <a:p>
            <a:pPr>
              <a:buFont typeface="Wingdings" panose="05000000000000000000" pitchFamily="2" charset="2"/>
              <a:buChar char="§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72745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CCD5EF-766D-43B9-A25D-19122E5F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5" cy="1989682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9699C9-77F1-4E33-A750-CB78C7EA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5" y="806204"/>
            <a:ext cx="10579608" cy="1664208"/>
          </a:xfrm>
          <a:prstGeom prst="rect">
            <a:avLst/>
          </a:prstGeom>
          <a:noFill/>
          <a:ln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B26A4E4-1E69-63D8-76F8-3C6F9DB6F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846" y="1059736"/>
            <a:ext cx="10040233" cy="1228130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FFFFFF"/>
                </a:solidFill>
              </a:rPr>
              <a:t>Présentation des données fournies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323E61-B6CE-C972-51D6-E80EB019A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846" y="2973313"/>
            <a:ext cx="10040233" cy="2903099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Base de données contenant des fichiers sous format </a:t>
            </a:r>
            <a:r>
              <a:rPr lang="fr-FR" dirty="0" err="1"/>
              <a:t>excel</a:t>
            </a:r>
            <a:r>
              <a:rPr lang="fr-FR" dirty="0"/>
              <a:t>, Transactions/</a:t>
            </a:r>
            <a:r>
              <a:rPr lang="fr-FR" dirty="0" err="1"/>
              <a:t>Products</a:t>
            </a:r>
            <a:r>
              <a:rPr lang="fr-FR" dirty="0"/>
              <a:t>/</a:t>
            </a:r>
            <a:r>
              <a:rPr lang="fr-FR" dirty="0" err="1"/>
              <a:t>Customers</a:t>
            </a:r>
            <a:endParaRPr lang="fr-FR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Brief sur les analyses attendues autour du chiffre d’affaires/Zoom sur références et profils des clients (1</a:t>
            </a:r>
            <a:r>
              <a:rPr lang="fr-FR" baseline="30000" dirty="0"/>
              <a:t>er</a:t>
            </a:r>
            <a:r>
              <a:rPr lang="fr-FR" dirty="0"/>
              <a:t> partie)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Échange sur teams avec Annabelle sur les différentes corrélations à analyser (2eme partie)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Lien sur tests statistiques =&gt; </a:t>
            </a:r>
            <a:r>
              <a:rPr lang="fr-FR" dirty="0">
                <a:hlinkClick r:id="rId2"/>
              </a:rPr>
              <a:t>Guide de choix de test statistique | XLSTAT Centre d'aide</a:t>
            </a:r>
            <a:endParaRPr lang="fr-FR" dirty="0"/>
          </a:p>
          <a:p>
            <a:pPr>
              <a:buFont typeface="Wingdings" panose="05000000000000000000" pitchFamily="2" charset="2"/>
              <a:buChar char="§"/>
            </a:pPr>
            <a:endParaRPr lang="fr-FR" dirty="0"/>
          </a:p>
          <a:p>
            <a:pPr>
              <a:buFont typeface="Wingdings" panose="05000000000000000000" pitchFamily="2" charset="2"/>
              <a:buChar char="§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16055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EBAE0B-DD72-4094-8934-3B46A9142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D412D92-3EA9-127D-571B-66FF1F1E3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50" y="770467"/>
            <a:ext cx="10782300" cy="32941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sz="6600">
                <a:solidFill>
                  <a:srgbClr val="FFFFFF"/>
                </a:solidFill>
              </a:rPr>
              <a:t>1/Analyse des indicateurs de ventes</a:t>
            </a:r>
          </a:p>
        </p:txBody>
      </p:sp>
    </p:spTree>
    <p:extLst>
      <p:ext uri="{BB962C8B-B14F-4D97-AF65-F5344CB8AC3E}">
        <p14:creationId xmlns:p14="http://schemas.microsoft.com/office/powerpoint/2010/main" val="2431336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01D73B-9A39-5095-4C56-BD734D8C5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EB1B515-F9F4-43DB-9558-A4C5ABBBF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BF8D970-9DCA-5B7D-FCA3-28BC7D43D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2955" y="770467"/>
            <a:ext cx="3467051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sz="6000" dirty="0">
                <a:solidFill>
                  <a:srgbClr val="FFFFFF"/>
                </a:solidFill>
              </a:rPr>
              <a:t>Chiffre d’affaires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2C9528F-903F-4F75-99E3-CC588843E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5294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 descr="Une image contenant texte, ligne, Tracé, diagramme&#10;&#10;Le contenu généré par l’IA peut être incorrect.">
            <a:extLst>
              <a:ext uri="{FF2B5EF4-FFF2-40B4-BE49-F238E27FC236}">
                <a16:creationId xmlns:a16="http://schemas.microsoft.com/office/drawing/2014/main" id="{DAD9D133-CD58-24FE-3C5F-0E56FC420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4" y="1847564"/>
            <a:ext cx="6266016" cy="314867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0263A3A-BECE-3B3A-68CE-5C0388303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5627080"/>
            <a:ext cx="224790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355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A28922-7065-4CA1-EC00-AB5183CDC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CD333CBE-B699-4E3B-9F45-C045F7734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4995BF0-8E87-4ECF-904C-D047955C1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4C9ACEF-24C7-A357-A0DB-EEBF3E38F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385066"/>
            <a:ext cx="10923638" cy="131764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sz="7200" kern="1200" spc="-12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Moyenne mobile du CA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AA15073-DE56-2C38-4AD5-D437CA8FC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25" y="252412"/>
            <a:ext cx="8877300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8740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1E5340-576B-0D52-D29D-C0608DA2E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CD333CBE-B699-4E3B-9F45-C045F7734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50D607C-7C13-CB7D-8F1D-13824A821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4205568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6100" kern="1200" spc="-12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Chiffres d’affaires par catégorie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CA118C4-32A6-466D-8453-BA738103A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2536" y="0"/>
            <a:ext cx="673946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3C801A9-B810-097B-691D-4B353B403E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75" r="16552" b="1"/>
          <a:stretch>
            <a:fillRect/>
          </a:stretch>
        </p:blipFill>
        <p:spPr>
          <a:xfrm>
            <a:off x="6096000" y="629265"/>
            <a:ext cx="5452536" cy="558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404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EF99AC-F5F9-4B85-334C-67A8E4D36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C4A892D-088E-4414-965D-1F8C4212F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21390A2-632E-DFEB-37E2-48A66F7AD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714251"/>
            <a:ext cx="10923638" cy="112519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sz="6600" dirty="0">
                <a:solidFill>
                  <a:srgbClr val="FFFFFF"/>
                </a:solidFill>
              </a:rPr>
              <a:t>Nombre de client par </a:t>
            </a:r>
            <a:r>
              <a:rPr lang="en-US" sz="6600" dirty="0" err="1">
                <a:solidFill>
                  <a:srgbClr val="FFFFFF"/>
                </a:solidFill>
              </a:rPr>
              <a:t>mois</a:t>
            </a:r>
            <a:endParaRPr lang="en-US" sz="6600" dirty="0">
              <a:solidFill>
                <a:srgbClr val="FFFFFF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72BC85F-BF83-4D6D-A1BC-8EE5822F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A3CB668-A7A8-9053-14BA-BC54DC631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201" y="643467"/>
            <a:ext cx="10257730" cy="359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139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E191D3-A42F-1DC7-142A-81C4E2735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4B388449-8732-3B1B-6F9B-B3D3EDC75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D924286-E787-3D97-A648-6E6956C33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E47D0FF-C10E-DC40-7FF1-497BC2F9F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714251"/>
            <a:ext cx="10923638" cy="112519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6600" dirty="0">
                <a:solidFill>
                  <a:srgbClr val="FFFFFF"/>
                </a:solidFill>
              </a:rPr>
              <a:t>Nombre de transactions par </a:t>
            </a:r>
            <a:r>
              <a:rPr lang="en-US" sz="6600" dirty="0" err="1">
                <a:solidFill>
                  <a:srgbClr val="FFFFFF"/>
                </a:solidFill>
              </a:rPr>
              <a:t>mois</a:t>
            </a:r>
            <a:endParaRPr lang="en-US" sz="6600" dirty="0">
              <a:solidFill>
                <a:srgbClr val="FFFFFF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58190D8-7A6E-575F-1DF4-0592B018A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DE57EB0-2BA0-2CCD-E24B-1942E433C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37" y="309563"/>
            <a:ext cx="11382375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444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ED8FDF-24C0-74BB-D1CF-B7DDF2A6E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85F7A45-ECC3-40F0-8C9D-1C145290E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8AA635-8FBB-D0FC-FC00-E983C41F0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385066"/>
            <a:ext cx="10923638" cy="1317643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5500">
                <a:solidFill>
                  <a:srgbClr val="FFFFFF"/>
                </a:solidFill>
              </a:rPr>
              <a:t>Nombre de produits vendus par mois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8908BE3-C69A-8EE1-11D3-C84D3E983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57" y="667676"/>
            <a:ext cx="10916463" cy="357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857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70A648-28CF-84C9-A0F2-36FBB4E38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5F4A57E0-C0B9-33A2-8479-B6D75AAE5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F7A28FC-2147-EA6D-FA80-A3DDA3E1A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5D08622-02AB-60E9-5660-AD59AF49B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181" y="5496127"/>
            <a:ext cx="10173249" cy="71417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4000">
                <a:solidFill>
                  <a:srgbClr val="FFFFFF"/>
                </a:solidFill>
              </a:rPr>
              <a:t>Différent KPI sur les références top/flop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B71F950-742B-3B81-0682-4C8347EB3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CDF8B10-3CCC-B52E-9ADE-5C892E529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3585" y="766663"/>
            <a:ext cx="3638550" cy="348615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AFD0852-C755-B8C4-B063-6AA44391F0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49" y="255626"/>
            <a:ext cx="6209895" cy="236387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7C88A25-BBCA-5F7F-7D79-673824FDA1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00" y="2714741"/>
            <a:ext cx="6433632" cy="2487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672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DF2787-15F4-29C4-A99C-6A5B7A9C3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>
            <a:extLst>
              <a:ext uri="{FF2B5EF4-FFF2-40B4-BE49-F238E27FC236}">
                <a16:creationId xmlns:a16="http://schemas.microsoft.com/office/drawing/2014/main" id="{5D4BBAA4-5350-4225-A232-680E7C334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0574B87-291D-42D5-849E-368485E04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3272AEE-8A98-1418-AA13-AF6A1CDDB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385066"/>
            <a:ext cx="10923638" cy="1349096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5600">
                <a:solidFill>
                  <a:srgbClr val="FFFFFF"/>
                </a:solidFill>
              </a:rPr>
              <a:t>Différent KPI sur les références top/flop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DBB8A1B-F478-46E3-B3D4-FC7E87D51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428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3CFFDAD-2554-5866-80DC-2858234E3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57" y="1202059"/>
            <a:ext cx="5299677" cy="2027125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3D0FD8E4-702B-02D7-0D30-6CAE488D1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7" y="1215308"/>
            <a:ext cx="5299677" cy="200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956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4F0AF0-3DC6-A246-18E7-715628106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89">
            <a:extLst>
              <a:ext uri="{FF2B5EF4-FFF2-40B4-BE49-F238E27FC236}">
                <a16:creationId xmlns:a16="http://schemas.microsoft.com/office/drawing/2014/main" id="{CD333CBE-B699-4E3B-9F45-C045F7734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E37A2F8-4020-8ED6-F3BD-725D1516B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385066"/>
            <a:ext cx="10923638" cy="1317643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5500" kern="1200" spc="-12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Différent KPI sur les références top/flop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CF2A623-7C25-1575-B81F-00982EECC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187" y="334571"/>
            <a:ext cx="8429625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695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F56779-AADF-A476-22F3-5C3731038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4BB72E24-F03F-5950-2FD4-475918BF6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D3827C7-E50D-04BD-0D18-4E97C2BAC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7ADA9AC-305E-CA0B-2DEA-849E2BC3B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714251"/>
            <a:ext cx="10923638" cy="112519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6600" dirty="0" err="1">
                <a:solidFill>
                  <a:srgbClr val="FFFFFF"/>
                </a:solidFill>
              </a:rPr>
              <a:t>Différent</a:t>
            </a:r>
            <a:r>
              <a:rPr lang="en-US" sz="6600" dirty="0">
                <a:solidFill>
                  <a:srgbClr val="FFFFFF"/>
                </a:solidFill>
              </a:rPr>
              <a:t> KPI sur les clients </a:t>
            </a:r>
            <a:r>
              <a:rPr lang="en-US" sz="6600" dirty="0" err="1">
                <a:solidFill>
                  <a:srgbClr val="FFFFFF"/>
                </a:solidFill>
              </a:rPr>
              <a:t>BtoB</a:t>
            </a:r>
            <a:endParaRPr lang="en-US" sz="6600" dirty="0">
              <a:solidFill>
                <a:srgbClr val="FFFFFF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7843E9F-1ACE-FFE9-A6EA-63B370DA4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73983CD-32A3-BABE-6858-FC651E752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3625" y="275609"/>
            <a:ext cx="2000250" cy="74295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849A2DE3-89EC-F624-3805-7F05BF827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9787" y="1385579"/>
            <a:ext cx="4581525" cy="3019425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271AD908-FD1D-1E11-710C-993C011D20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1247466"/>
            <a:ext cx="4371975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778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A7E3C7-E8C6-E859-F9C2-F012D2137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EBAE0B-DD72-4094-8934-3B46A9142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EC8D132-01CB-053B-E65D-763723738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50" y="770467"/>
            <a:ext cx="10782300" cy="32941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sz="6600">
                <a:solidFill>
                  <a:srgbClr val="FFFFFF"/>
                </a:solidFill>
              </a:rPr>
              <a:t>2/Analyse des corrélations</a:t>
            </a:r>
          </a:p>
        </p:txBody>
      </p:sp>
    </p:spTree>
    <p:extLst>
      <p:ext uri="{BB962C8B-B14F-4D97-AF65-F5344CB8AC3E}">
        <p14:creationId xmlns:p14="http://schemas.microsoft.com/office/powerpoint/2010/main" val="2760692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02A188-E36D-1309-E540-97EE6FED4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CD333CBE-B699-4E3B-9F45-C045F7734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D310275-808E-CB4B-7CFA-48B94146D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4205568" cy="335280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80000"/>
              </a:lnSpc>
            </a:pPr>
            <a:r>
              <a:rPr lang="en-US" sz="6100" kern="1200" spc="-120" baseline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Corrélation</a:t>
            </a:r>
            <a:r>
              <a:rPr lang="en-US" sz="6100" kern="1200" spc="-12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du genre du client et les categories de livres </a:t>
            </a:r>
            <a:r>
              <a:rPr lang="en-US" sz="6100" kern="1200" spc="-120" baseline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achetés</a:t>
            </a:r>
            <a:endParaRPr lang="en-US" sz="6100" kern="1200" spc="-120" baseline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CA118C4-32A6-466D-8453-BA738103A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2536" y="0"/>
            <a:ext cx="673946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3DC54AE-6EAA-0D49-E3FA-7E2BC70F7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425" y="1357312"/>
            <a:ext cx="5276850" cy="3419475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BC6431D1-409D-F04A-F5EB-C8CC31BBFB23}"/>
              </a:ext>
            </a:extLst>
          </p:cNvPr>
          <p:cNvSpPr txBox="1"/>
          <p:nvPr/>
        </p:nvSpPr>
        <p:spPr>
          <a:xfrm>
            <a:off x="679010" y="4381877"/>
            <a:ext cx="404689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Chi2: 22.66856665178056</a:t>
            </a:r>
          </a:p>
          <a:p>
            <a:r>
              <a:rPr lang="fr-FR" dirty="0"/>
              <a:t>P-valeur : 0.0000</a:t>
            </a:r>
          </a:p>
          <a:p>
            <a:endParaRPr lang="fr-FR" sz="2400" b="1" dirty="0"/>
          </a:p>
          <a:p>
            <a:r>
              <a:rPr lang="fr-FR" sz="2400" b="1" dirty="0"/>
              <a:t>👉 Il existe une dépendance significative entre le sexe et la catégorie de livres achetés</a:t>
            </a:r>
          </a:p>
        </p:txBody>
      </p:sp>
    </p:spTree>
    <p:extLst>
      <p:ext uri="{BB962C8B-B14F-4D97-AF65-F5344CB8AC3E}">
        <p14:creationId xmlns:p14="http://schemas.microsoft.com/office/powerpoint/2010/main" val="1090600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AB4F4F-C5C0-5BEC-0078-A86C3BBEF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CD333CBE-B699-4E3B-9F45-C045F7734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C1A92D8-F516-D4C0-FE85-79D9CB9AE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385066"/>
            <a:ext cx="10923638" cy="1317643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4800" kern="1200" spc="-12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Corrélation de l'âge des clients et montant totale des achats des achats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F6A4621-8791-8FE6-F0A6-9E5D4BA9E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390525"/>
            <a:ext cx="9210675" cy="371475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F236CEF7-EC62-760B-D401-BBC53245D961}"/>
              </a:ext>
            </a:extLst>
          </p:cNvPr>
          <p:cNvSpPr txBox="1"/>
          <p:nvPr/>
        </p:nvSpPr>
        <p:spPr>
          <a:xfrm>
            <a:off x="609601" y="5864856"/>
            <a:ext cx="10172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Corrélation de Pearson : r = -0.83, p-value = 0.00 👉 Il existe une corrélation significative entre l'âge et le montant des achats.</a:t>
            </a:r>
          </a:p>
        </p:txBody>
      </p:sp>
    </p:spTree>
    <p:extLst>
      <p:ext uri="{BB962C8B-B14F-4D97-AF65-F5344CB8AC3E}">
        <p14:creationId xmlns:p14="http://schemas.microsoft.com/office/powerpoint/2010/main" val="136904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B13273-65C6-FCDF-CBE6-59A1D22AB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D6EA1A26-163F-4F15-91F4-F2C51AC9C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FD7985E-81C3-5480-1262-9F08CFDC2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3211" y="499533"/>
            <a:ext cx="3494913" cy="2996142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800" dirty="0" err="1">
                <a:solidFill>
                  <a:srgbClr val="FFFFFF"/>
                </a:solidFill>
              </a:rPr>
              <a:t>Corrélation</a:t>
            </a:r>
            <a:r>
              <a:rPr lang="en-US" sz="4800" dirty="0">
                <a:solidFill>
                  <a:srgbClr val="FFFFFF"/>
                </a:solidFill>
              </a:rPr>
              <a:t> de </a:t>
            </a:r>
            <a:r>
              <a:rPr lang="en-US" sz="4800" dirty="0" err="1">
                <a:solidFill>
                  <a:srgbClr val="FFFFFF"/>
                </a:solidFill>
              </a:rPr>
              <a:t>l'âge</a:t>
            </a:r>
            <a:r>
              <a:rPr lang="en-US" sz="4800" dirty="0">
                <a:solidFill>
                  <a:srgbClr val="FFFFFF"/>
                </a:solidFill>
              </a:rPr>
              <a:t> des clients et la </a:t>
            </a:r>
            <a:r>
              <a:rPr lang="en-US" sz="4800" dirty="0" err="1">
                <a:solidFill>
                  <a:srgbClr val="FFFFFF"/>
                </a:solidFill>
              </a:rPr>
              <a:t>fréquence</a:t>
            </a:r>
            <a:r>
              <a:rPr lang="en-US" sz="4800" dirty="0">
                <a:solidFill>
                  <a:srgbClr val="FFFFFF"/>
                </a:solidFill>
              </a:rPr>
              <a:t> </a:t>
            </a:r>
            <a:r>
              <a:rPr lang="en-US" sz="4800" dirty="0" err="1">
                <a:solidFill>
                  <a:srgbClr val="FFFFFF"/>
                </a:solidFill>
              </a:rPr>
              <a:t>d’achat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34340A8-5E4B-64F9-B677-418EDCA72286}"/>
              </a:ext>
            </a:extLst>
          </p:cNvPr>
          <p:cNvSpPr txBox="1"/>
          <p:nvPr/>
        </p:nvSpPr>
        <p:spPr>
          <a:xfrm>
            <a:off x="8173212" y="2419773"/>
            <a:ext cx="3401568" cy="3358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85000"/>
              </a:lnSpc>
              <a:spcAft>
                <a:spcPts val="600"/>
              </a:spcAft>
              <a:buFont typeface="Arial" pitchFamily="34" charset="0"/>
              <a:buChar char=" "/>
            </a:pP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0E0ACAC-8DDE-AEA6-D90A-7CE0A7F61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4" y="1185862"/>
            <a:ext cx="5697755" cy="4090988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2D23DB48-2E45-363A-223C-7A1FF9C4BF8E}"/>
              </a:ext>
            </a:extLst>
          </p:cNvPr>
          <p:cNvSpPr txBox="1"/>
          <p:nvPr/>
        </p:nvSpPr>
        <p:spPr>
          <a:xfrm>
            <a:off x="8020050" y="3600450"/>
            <a:ext cx="379095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Corrélation de Pearson : r = -0.58, p = 0.0000 </a:t>
            </a:r>
          </a:p>
          <a:p>
            <a:endParaRPr lang="fr-FR" dirty="0"/>
          </a:p>
          <a:p>
            <a:r>
              <a:rPr lang="fr-FR" sz="2400" b="1" dirty="0"/>
              <a:t>👉 Il existe une corrélation linéaire significative entre l'âge et la fréquence d'achat (Pearson).</a:t>
            </a:r>
          </a:p>
        </p:txBody>
      </p:sp>
    </p:spTree>
    <p:extLst>
      <p:ext uri="{BB962C8B-B14F-4D97-AF65-F5344CB8AC3E}">
        <p14:creationId xmlns:p14="http://schemas.microsoft.com/office/powerpoint/2010/main" val="771120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8A036E-5D2E-B5E6-B153-DDDE5E14D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645664-39D6-0D0C-5EEB-BF0E67730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Corrélation</a:t>
            </a:r>
            <a:r>
              <a:rPr lang="en-US" dirty="0"/>
              <a:t> de </a:t>
            </a:r>
            <a:r>
              <a:rPr lang="en-US" dirty="0" err="1"/>
              <a:t>l'âge</a:t>
            </a:r>
            <a:r>
              <a:rPr lang="en-US" dirty="0"/>
              <a:t> des clients et la taille du panier moyen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85A5288-689D-A8A6-6F5D-920336546952}"/>
              </a:ext>
            </a:extLst>
          </p:cNvPr>
          <p:cNvSpPr txBox="1"/>
          <p:nvPr/>
        </p:nvSpPr>
        <p:spPr>
          <a:xfrm>
            <a:off x="676656" y="2011680"/>
            <a:ext cx="5235257" cy="3529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85000"/>
              </a:lnSpc>
              <a:spcAft>
                <a:spcPts val="600"/>
              </a:spcAft>
              <a:buFont typeface="Arial" pitchFamily="34" charset="0"/>
              <a:buChar char=" "/>
            </a:pPr>
            <a:r>
              <a:rPr lang="fr-FR" sz="2400" b="1" dirty="0"/>
              <a:t>Corrélation de Pearson : r = -0.51, p = 0.0000 </a:t>
            </a:r>
          </a:p>
          <a:p>
            <a:pPr defTabSz="914400">
              <a:lnSpc>
                <a:spcPct val="85000"/>
              </a:lnSpc>
              <a:spcAft>
                <a:spcPts val="600"/>
              </a:spcAft>
              <a:buFont typeface="Arial" pitchFamily="34" charset="0"/>
              <a:buChar char=" "/>
            </a:pPr>
            <a:r>
              <a:rPr lang="fr-FR" sz="2400" b="1" dirty="0"/>
              <a:t>👉 Il existe une corrélation linéaire significative entre l'âge et la taille moyenne du panier (Pearson).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2531B64-7E43-52F4-E8D6-A0007F68C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345" y="1505881"/>
            <a:ext cx="5940668" cy="414361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52F7ED4-DF6F-6617-B5B3-A88D32B8FB0F}"/>
              </a:ext>
            </a:extLst>
          </p:cNvPr>
          <p:cNvSpPr txBox="1"/>
          <p:nvPr/>
        </p:nvSpPr>
        <p:spPr>
          <a:xfrm>
            <a:off x="8173212" y="2419773"/>
            <a:ext cx="3401568" cy="3358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85000"/>
              </a:lnSpc>
              <a:spcAft>
                <a:spcPts val="600"/>
              </a:spcAft>
              <a:buFont typeface="Arial" pitchFamily="34" charset="0"/>
              <a:buChar char=" "/>
            </a:pP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517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EB0564-3DB6-8531-EC69-A2F1CC736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EA620049-94A5-79EE-765E-4897E7C0F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D42F556-4813-A52F-2D48-ED96E1EB6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385066"/>
            <a:ext cx="10923638" cy="1317643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4800" kern="1200" spc="-12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Corrélation de l'âge des clients et</a:t>
            </a:r>
            <a:r>
              <a:rPr lang="en-US" sz="4800" dirty="0">
                <a:solidFill>
                  <a:srgbClr val="FFFFFF"/>
                </a:solidFill>
              </a:rPr>
              <a:t> de la </a:t>
            </a:r>
            <a:r>
              <a:rPr lang="en-US" sz="4800" dirty="0" err="1">
                <a:solidFill>
                  <a:srgbClr val="FFFFFF"/>
                </a:solidFill>
              </a:rPr>
              <a:t>catégorie</a:t>
            </a:r>
            <a:r>
              <a:rPr lang="en-US" sz="4800" dirty="0">
                <a:solidFill>
                  <a:srgbClr val="FFFFFF"/>
                </a:solidFill>
              </a:rPr>
              <a:t> des livres </a:t>
            </a:r>
            <a:r>
              <a:rPr lang="en-US" sz="4800" dirty="0" err="1">
                <a:solidFill>
                  <a:srgbClr val="FFFFFF"/>
                </a:solidFill>
              </a:rPr>
              <a:t>achetés</a:t>
            </a:r>
            <a:endParaRPr lang="en-US" sz="4800" kern="1200" spc="-120" baseline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99C6405-23F0-AAE0-D124-E80B8FB6D8FA}"/>
              </a:ext>
            </a:extLst>
          </p:cNvPr>
          <p:cNvSpPr txBox="1"/>
          <p:nvPr/>
        </p:nvSpPr>
        <p:spPr>
          <a:xfrm>
            <a:off x="609601" y="5864856"/>
            <a:ext cx="10172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Corrélation de Pearson : r = -0.83, p-value = 0.00 👉 Il existe une corrélation significative entre l'âge et le montant des achats.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2E01542-40F5-F8C3-69FF-DB1BE47C2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331" y="308144"/>
            <a:ext cx="5667375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137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Métropolitain">
  <a:themeElements>
    <a:clrScheme name="Métropolitai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étropolitai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étropolitai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TM03457491[[fn=Métropolitain]]</Template>
  <TotalTime>10042</TotalTime>
  <Words>398</Words>
  <Application>Microsoft Office PowerPoint</Application>
  <PresentationFormat>Grand écran</PresentationFormat>
  <Paragraphs>41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 Light</vt:lpstr>
      <vt:lpstr>Wingdings</vt:lpstr>
      <vt:lpstr>Métropolitain</vt:lpstr>
      <vt:lpstr>Analysez les ventes d'une librairie avec R ou Python </vt:lpstr>
      <vt:lpstr>Contexte</vt:lpstr>
      <vt:lpstr>Présentation des données fournies</vt:lpstr>
      <vt:lpstr>1/Analyse des indicateurs de ventes</vt:lpstr>
      <vt:lpstr>Chiffre d’affaires </vt:lpstr>
      <vt:lpstr>Moyenne mobile du CA </vt:lpstr>
      <vt:lpstr>Chiffres d’affaires par catégorie</vt:lpstr>
      <vt:lpstr>Nombre de client par mois</vt:lpstr>
      <vt:lpstr>Nombre de transactions par mois</vt:lpstr>
      <vt:lpstr>Nombre de produits vendus par mois</vt:lpstr>
      <vt:lpstr>Différent KPI sur les références top/flop</vt:lpstr>
      <vt:lpstr>Différent KPI sur les références top/flop</vt:lpstr>
      <vt:lpstr>Différent KPI sur les références top/flop</vt:lpstr>
      <vt:lpstr>Différent KPI sur les clients BtoB</vt:lpstr>
      <vt:lpstr>2/Analyse des corrélations</vt:lpstr>
      <vt:lpstr>Corrélation du genre du client et les categories de livres achetés</vt:lpstr>
      <vt:lpstr>Corrélation de l'âge des clients et montant totale des achats des achats</vt:lpstr>
      <vt:lpstr>Corrélation de l'âge des clients et la fréquence d’achat</vt:lpstr>
      <vt:lpstr>Corrélation de l'âge des clients et la taille du panier moyen</vt:lpstr>
      <vt:lpstr>Corrélation de l'âge des clients et de la catégorie des livres achetés</vt:lpstr>
    </vt:vector>
  </TitlesOfParts>
  <Company>BNP Paribas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Tharinyan PATHMANATHAN</dc:creator>
  <cp:lastModifiedBy>Tharinyan PATHMANATHAN</cp:lastModifiedBy>
  <cp:revision>1</cp:revision>
  <dcterms:created xsi:type="dcterms:W3CDTF">2025-08-28T14:20:44Z</dcterms:created>
  <dcterms:modified xsi:type="dcterms:W3CDTF">2025-09-04T14:44:05Z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6a12554-321c-45c3-b2fd-7e3f55c509d9_Enabled">
    <vt:lpwstr>true</vt:lpwstr>
  </property>
  <property fmtid="{D5CDD505-2E9C-101B-9397-08002B2CF9AE}" pid="3" name="MSIP_Label_56a12554-321c-45c3-b2fd-7e3f55c509d9_SetDate">
    <vt:lpwstr>2025-08-28T14:49:55Z</vt:lpwstr>
  </property>
  <property fmtid="{D5CDD505-2E9C-101B-9397-08002B2CF9AE}" pid="4" name="MSIP_Label_56a12554-321c-45c3-b2fd-7e3f55c509d9_Method">
    <vt:lpwstr>Privileged</vt:lpwstr>
  </property>
  <property fmtid="{D5CDD505-2E9C-101B-9397-08002B2CF9AE}" pid="5" name="MSIP_Label_56a12554-321c-45c3-b2fd-7e3f55c509d9_Name">
    <vt:lpwstr>56a12554-321c-45c3-b2fd-7e3f55c509d9</vt:lpwstr>
  </property>
  <property fmtid="{D5CDD505-2E9C-101B-9397-08002B2CF9AE}" pid="6" name="MSIP_Label_56a12554-321c-45c3-b2fd-7e3f55c509d9_SiteId">
    <vt:lpwstr>614f9c25-bffa-42c7-86d8-964101f55fa2</vt:lpwstr>
  </property>
  <property fmtid="{D5CDD505-2E9C-101B-9397-08002B2CF9AE}" pid="7" name="MSIP_Label_56a12554-321c-45c3-b2fd-7e3f55c509d9_ActionId">
    <vt:lpwstr>6f83d8e3-153b-4e32-847d-8db0510d4aa0</vt:lpwstr>
  </property>
  <property fmtid="{D5CDD505-2E9C-101B-9397-08002B2CF9AE}" pid="8" name="MSIP_Label_56a12554-321c-45c3-b2fd-7e3f55c509d9_ContentBits">
    <vt:lpwstr>0</vt:lpwstr>
  </property>
  <property fmtid="{D5CDD505-2E9C-101B-9397-08002B2CF9AE}" pid="9" name="MSIP_Label_56a12554-321c-45c3-b2fd-7e3f55c509d9_Tag">
    <vt:lpwstr>10, 0, 1, 1</vt:lpwstr>
  </property>
</Properties>
</file>