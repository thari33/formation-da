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HMANATHAN Tharinyan" userId="0aa59e52-6b77-45f2-a9b8-e52304fdc35e" providerId="ADAL" clId="{4DB91A55-BE87-424B-BFD5-F6243EB600E9}"/>
    <pc:docChg chg="undo custSel addSld modSld">
      <pc:chgData name="PATHMANATHAN Tharinyan" userId="0aa59e52-6b77-45f2-a9b8-e52304fdc35e" providerId="ADAL" clId="{4DB91A55-BE87-424B-BFD5-F6243EB600E9}" dt="2026-05-31T08:22:30.689" v="203" actId="1076"/>
      <pc:docMkLst>
        <pc:docMk/>
      </pc:docMkLst>
      <pc:sldChg chg="modSp mod">
        <pc:chgData name="PATHMANATHAN Tharinyan" userId="0aa59e52-6b77-45f2-a9b8-e52304fdc35e" providerId="ADAL" clId="{4DB91A55-BE87-424B-BFD5-F6243EB600E9}" dt="2026-05-29T15:09:09.369" v="27" actId="255"/>
        <pc:sldMkLst>
          <pc:docMk/>
          <pc:sldMk cId="3765412953" sldId="262"/>
        </pc:sldMkLst>
        <pc:spChg chg="mod">
          <ac:chgData name="PATHMANATHAN Tharinyan" userId="0aa59e52-6b77-45f2-a9b8-e52304fdc35e" providerId="ADAL" clId="{4DB91A55-BE87-424B-BFD5-F6243EB600E9}" dt="2026-05-29T15:09:09.369" v="27" actId="255"/>
          <ac:spMkLst>
            <pc:docMk/>
            <pc:sldMk cId="3765412953" sldId="262"/>
            <ac:spMk id="2" creationId="{5D09FDB7-392E-1DEA-7ED6-B7B8440F576D}"/>
          </ac:spMkLst>
        </pc:spChg>
      </pc:sldChg>
      <pc:sldChg chg="addSp delSp modSp new mod setBg">
        <pc:chgData name="PATHMANATHAN Tharinyan" userId="0aa59e52-6b77-45f2-a9b8-e52304fdc35e" providerId="ADAL" clId="{4DB91A55-BE87-424B-BFD5-F6243EB600E9}" dt="2026-05-29T15:09:36.563" v="31" actId="313"/>
        <pc:sldMkLst>
          <pc:docMk/>
          <pc:sldMk cId="4022034246" sldId="264"/>
        </pc:sldMkLst>
        <pc:spChg chg="mod">
          <ac:chgData name="PATHMANATHAN Tharinyan" userId="0aa59e52-6b77-45f2-a9b8-e52304fdc35e" providerId="ADAL" clId="{4DB91A55-BE87-424B-BFD5-F6243EB600E9}" dt="2026-05-29T15:09:36.563" v="31" actId="313"/>
          <ac:spMkLst>
            <pc:docMk/>
            <pc:sldMk cId="4022034246" sldId="264"/>
            <ac:spMk id="2" creationId="{5AF8A9D2-80D4-9780-E1FF-40DED3D873E5}"/>
          </ac:spMkLst>
        </pc:spChg>
        <pc:spChg chg="add mod ord">
          <ac:chgData name="PATHMANATHAN Tharinyan" userId="0aa59e52-6b77-45f2-a9b8-e52304fdc35e" providerId="ADAL" clId="{4DB91A55-BE87-424B-BFD5-F6243EB600E9}" dt="2026-05-29T14:16:51.697" v="19" actId="26606"/>
          <ac:spMkLst>
            <pc:docMk/>
            <pc:sldMk cId="4022034246" sldId="264"/>
            <ac:spMk id="11" creationId="{9C43FCE8-AF83-3BEA-6F50-0FACBB61DA18}"/>
          </ac:spMkLst>
        </pc:spChg>
        <pc:picChg chg="add mod ord">
          <ac:chgData name="PATHMANATHAN Tharinyan" userId="0aa59e52-6b77-45f2-a9b8-e52304fdc35e" providerId="ADAL" clId="{4DB91A55-BE87-424B-BFD5-F6243EB600E9}" dt="2026-05-29T14:16:51.697" v="19" actId="26606"/>
          <ac:picMkLst>
            <pc:docMk/>
            <pc:sldMk cId="4022034246" sldId="264"/>
            <ac:picMk id="5" creationId="{EC21151C-6381-A072-206E-820DC6C441CF}"/>
          </ac:picMkLst>
        </pc:picChg>
        <pc:picChg chg="add mod">
          <ac:chgData name="PATHMANATHAN Tharinyan" userId="0aa59e52-6b77-45f2-a9b8-e52304fdc35e" providerId="ADAL" clId="{4DB91A55-BE87-424B-BFD5-F6243EB600E9}" dt="2026-05-29T14:16:51.697" v="19" actId="26606"/>
          <ac:picMkLst>
            <pc:docMk/>
            <pc:sldMk cId="4022034246" sldId="264"/>
            <ac:picMk id="7" creationId="{84291A8F-02FE-BB27-A501-EDE47DB80B6D}"/>
          </ac:picMkLst>
        </pc:picChg>
        <pc:picChg chg="add mod ord">
          <ac:chgData name="PATHMANATHAN Tharinyan" userId="0aa59e52-6b77-45f2-a9b8-e52304fdc35e" providerId="ADAL" clId="{4DB91A55-BE87-424B-BFD5-F6243EB600E9}" dt="2026-05-29T14:17:01.926" v="20" actId="14100"/>
          <ac:picMkLst>
            <pc:docMk/>
            <pc:sldMk cId="4022034246" sldId="264"/>
            <ac:picMk id="9" creationId="{C7130756-2279-0A57-E615-EA4FFE3B2CD6}"/>
          </ac:picMkLst>
        </pc:picChg>
      </pc:sldChg>
      <pc:sldChg chg="addSp delSp modSp new mod">
        <pc:chgData name="PATHMANATHAN Tharinyan" userId="0aa59e52-6b77-45f2-a9b8-e52304fdc35e" providerId="ADAL" clId="{4DB91A55-BE87-424B-BFD5-F6243EB600E9}" dt="2026-05-29T15:11:48.761" v="41" actId="14100"/>
        <pc:sldMkLst>
          <pc:docMk/>
          <pc:sldMk cId="3668831057" sldId="265"/>
        </pc:sldMkLst>
        <pc:spChg chg="mod">
          <ac:chgData name="PATHMANATHAN Tharinyan" userId="0aa59e52-6b77-45f2-a9b8-e52304fdc35e" providerId="ADAL" clId="{4DB91A55-BE87-424B-BFD5-F6243EB600E9}" dt="2026-05-29T14:19:42.602" v="23" actId="20577"/>
          <ac:spMkLst>
            <pc:docMk/>
            <pc:sldMk cId="3668831057" sldId="265"/>
            <ac:spMk id="2" creationId="{009296F7-8A15-DC43-1A7F-45312344E67C}"/>
          </ac:spMkLst>
        </pc:spChg>
        <pc:picChg chg="add mod">
          <ac:chgData name="PATHMANATHAN Tharinyan" userId="0aa59e52-6b77-45f2-a9b8-e52304fdc35e" providerId="ADAL" clId="{4DB91A55-BE87-424B-BFD5-F6243EB600E9}" dt="2026-05-29T15:11:48.761" v="41" actId="14100"/>
          <ac:picMkLst>
            <pc:docMk/>
            <pc:sldMk cId="3668831057" sldId="265"/>
            <ac:picMk id="5" creationId="{6D80D40B-4AD8-1E3F-F7C3-2FF03A5BDC56}"/>
          </ac:picMkLst>
        </pc:picChg>
      </pc:sldChg>
      <pc:sldChg chg="addSp delSp modSp new mod">
        <pc:chgData name="PATHMANATHAN Tharinyan" userId="0aa59e52-6b77-45f2-a9b8-e52304fdc35e" providerId="ADAL" clId="{4DB91A55-BE87-424B-BFD5-F6243EB600E9}" dt="2026-05-29T15:50:01.661" v="105" actId="1076"/>
        <pc:sldMkLst>
          <pc:docMk/>
          <pc:sldMk cId="3906369958" sldId="266"/>
        </pc:sldMkLst>
        <pc:spChg chg="mod">
          <ac:chgData name="PATHMANATHAN Tharinyan" userId="0aa59e52-6b77-45f2-a9b8-e52304fdc35e" providerId="ADAL" clId="{4DB91A55-BE87-424B-BFD5-F6243EB600E9}" dt="2026-05-29T15:18:00.026" v="52" actId="20577"/>
          <ac:spMkLst>
            <pc:docMk/>
            <pc:sldMk cId="3906369958" sldId="266"/>
            <ac:spMk id="2" creationId="{5D813AB5-1EAF-4F25-4D49-8E3EEE02AF81}"/>
          </ac:spMkLst>
        </pc:spChg>
        <pc:picChg chg="add mod ord">
          <ac:chgData name="PATHMANATHAN Tharinyan" userId="0aa59e52-6b77-45f2-a9b8-e52304fdc35e" providerId="ADAL" clId="{4DB91A55-BE87-424B-BFD5-F6243EB600E9}" dt="2026-05-29T15:19:40.234" v="56" actId="1076"/>
          <ac:picMkLst>
            <pc:docMk/>
            <pc:sldMk cId="3906369958" sldId="266"/>
            <ac:picMk id="5" creationId="{C52D0441-4D34-F766-C986-9DC2CBD154E0}"/>
          </ac:picMkLst>
        </pc:picChg>
        <pc:picChg chg="add mod">
          <ac:chgData name="PATHMANATHAN Tharinyan" userId="0aa59e52-6b77-45f2-a9b8-e52304fdc35e" providerId="ADAL" clId="{4DB91A55-BE87-424B-BFD5-F6243EB600E9}" dt="2026-05-29T15:50:01.661" v="105" actId="1076"/>
          <ac:picMkLst>
            <pc:docMk/>
            <pc:sldMk cId="3906369958" sldId="266"/>
            <ac:picMk id="8" creationId="{DD4863DD-DD00-6B87-0291-E5D7CEE80CEF}"/>
          </ac:picMkLst>
        </pc:picChg>
      </pc:sldChg>
      <pc:sldChg chg="addSp delSp modSp add mod">
        <pc:chgData name="PATHMANATHAN Tharinyan" userId="0aa59e52-6b77-45f2-a9b8-e52304fdc35e" providerId="ADAL" clId="{4DB91A55-BE87-424B-BFD5-F6243EB600E9}" dt="2026-05-29T15:49:47.854" v="104" actId="1076"/>
        <pc:sldMkLst>
          <pc:docMk/>
          <pc:sldMk cId="1716432986" sldId="267"/>
        </pc:sldMkLst>
        <pc:spChg chg="mod">
          <ac:chgData name="PATHMANATHAN Tharinyan" userId="0aa59e52-6b77-45f2-a9b8-e52304fdc35e" providerId="ADAL" clId="{4DB91A55-BE87-424B-BFD5-F6243EB600E9}" dt="2026-05-29T15:25:04.357" v="73" actId="20577"/>
          <ac:spMkLst>
            <pc:docMk/>
            <pc:sldMk cId="1716432986" sldId="267"/>
            <ac:spMk id="2" creationId="{250612BD-89B7-05F0-439E-078626DCBE60}"/>
          </ac:spMkLst>
        </pc:spChg>
        <pc:picChg chg="add mod ord">
          <ac:chgData name="PATHMANATHAN Tharinyan" userId="0aa59e52-6b77-45f2-a9b8-e52304fdc35e" providerId="ADAL" clId="{4DB91A55-BE87-424B-BFD5-F6243EB600E9}" dt="2026-05-29T15:49:47.854" v="104" actId="1076"/>
          <ac:picMkLst>
            <pc:docMk/>
            <pc:sldMk cId="1716432986" sldId="267"/>
            <ac:picMk id="10" creationId="{4DB71A37-101D-E728-EC85-BA9A28003F78}"/>
          </ac:picMkLst>
        </pc:picChg>
        <pc:picChg chg="add mod">
          <ac:chgData name="PATHMANATHAN Tharinyan" userId="0aa59e52-6b77-45f2-a9b8-e52304fdc35e" providerId="ADAL" clId="{4DB91A55-BE87-424B-BFD5-F6243EB600E9}" dt="2026-05-29T15:49:46.966" v="103" actId="1076"/>
          <ac:picMkLst>
            <pc:docMk/>
            <pc:sldMk cId="1716432986" sldId="267"/>
            <ac:picMk id="12" creationId="{CE5BBA66-1D54-CE8F-6CAE-FACFA8373666}"/>
          </ac:picMkLst>
        </pc:picChg>
      </pc:sldChg>
      <pc:sldChg chg="addSp delSp modSp add mod">
        <pc:chgData name="PATHMANATHAN Tharinyan" userId="0aa59e52-6b77-45f2-a9b8-e52304fdc35e" providerId="ADAL" clId="{4DB91A55-BE87-424B-BFD5-F6243EB600E9}" dt="2026-05-29T15:49:44.472" v="102" actId="1076"/>
        <pc:sldMkLst>
          <pc:docMk/>
          <pc:sldMk cId="2514999833" sldId="268"/>
        </pc:sldMkLst>
        <pc:spChg chg="mod">
          <ac:chgData name="PATHMANATHAN Tharinyan" userId="0aa59e52-6b77-45f2-a9b8-e52304fdc35e" providerId="ADAL" clId="{4DB91A55-BE87-424B-BFD5-F6243EB600E9}" dt="2026-05-29T15:43:30.060" v="92" actId="20577"/>
          <ac:spMkLst>
            <pc:docMk/>
            <pc:sldMk cId="2514999833" sldId="268"/>
            <ac:spMk id="2" creationId="{2DFFEA4C-73BE-6136-BD00-797E5C630403}"/>
          </ac:spMkLst>
        </pc:spChg>
        <pc:picChg chg="add mod ord">
          <ac:chgData name="PATHMANATHAN Tharinyan" userId="0aa59e52-6b77-45f2-a9b8-e52304fdc35e" providerId="ADAL" clId="{4DB91A55-BE87-424B-BFD5-F6243EB600E9}" dt="2026-05-29T15:44:11.095" v="98" actId="1076"/>
          <ac:picMkLst>
            <pc:docMk/>
            <pc:sldMk cId="2514999833" sldId="268"/>
            <ac:picMk id="6" creationId="{E1854ADE-BACB-3D6C-4131-A150C611D6C7}"/>
          </ac:picMkLst>
        </pc:picChg>
        <pc:picChg chg="add mod">
          <ac:chgData name="PATHMANATHAN Tharinyan" userId="0aa59e52-6b77-45f2-a9b8-e52304fdc35e" providerId="ADAL" clId="{4DB91A55-BE87-424B-BFD5-F6243EB600E9}" dt="2026-05-29T15:49:44.472" v="102" actId="1076"/>
          <ac:picMkLst>
            <pc:docMk/>
            <pc:sldMk cId="2514999833" sldId="268"/>
            <ac:picMk id="8" creationId="{CBCA7937-2553-FA5F-194E-6AA3AF55EAB6}"/>
          </ac:picMkLst>
        </pc:picChg>
      </pc:sldChg>
      <pc:sldChg chg="addSp modSp new mod">
        <pc:chgData name="PATHMANATHAN Tharinyan" userId="0aa59e52-6b77-45f2-a9b8-e52304fdc35e" providerId="ADAL" clId="{4DB91A55-BE87-424B-BFD5-F6243EB600E9}" dt="2026-05-29T16:22:20.379" v="189" actId="1076"/>
        <pc:sldMkLst>
          <pc:docMk/>
          <pc:sldMk cId="2397418944" sldId="269"/>
        </pc:sldMkLst>
        <pc:spChg chg="mod">
          <ac:chgData name="PATHMANATHAN Tharinyan" userId="0aa59e52-6b77-45f2-a9b8-e52304fdc35e" providerId="ADAL" clId="{4DB91A55-BE87-424B-BFD5-F6243EB600E9}" dt="2026-05-29T16:18:17.652" v="173" actId="6549"/>
          <ac:spMkLst>
            <pc:docMk/>
            <pc:sldMk cId="2397418944" sldId="269"/>
            <ac:spMk id="2" creationId="{CE481E5B-E6AD-3BCD-3AA1-3FA6FEEBC908}"/>
          </ac:spMkLst>
        </pc:spChg>
        <pc:spChg chg="mod">
          <ac:chgData name="PATHMANATHAN Tharinyan" userId="0aa59e52-6b77-45f2-a9b8-e52304fdc35e" providerId="ADAL" clId="{4DB91A55-BE87-424B-BFD5-F6243EB600E9}" dt="2026-05-29T16:20:24.604" v="178" actId="14100"/>
          <ac:spMkLst>
            <pc:docMk/>
            <pc:sldMk cId="2397418944" sldId="269"/>
            <ac:spMk id="3" creationId="{48F3008F-93A6-D4D1-47D2-6DAA4CBF44AE}"/>
          </ac:spMkLst>
        </pc:spChg>
        <pc:spChg chg="add mod">
          <ac:chgData name="PATHMANATHAN Tharinyan" userId="0aa59e52-6b77-45f2-a9b8-e52304fdc35e" providerId="ADAL" clId="{4DB91A55-BE87-424B-BFD5-F6243EB600E9}" dt="2026-05-29T16:21:17.550" v="185" actId="14100"/>
          <ac:spMkLst>
            <pc:docMk/>
            <pc:sldMk cId="2397418944" sldId="269"/>
            <ac:spMk id="4" creationId="{BB90277D-9ACD-A793-CB95-B1D50BAF32FA}"/>
          </ac:spMkLst>
        </pc:spChg>
        <pc:spChg chg="add mod">
          <ac:chgData name="PATHMANATHAN Tharinyan" userId="0aa59e52-6b77-45f2-a9b8-e52304fdc35e" providerId="ADAL" clId="{4DB91A55-BE87-424B-BFD5-F6243EB600E9}" dt="2026-05-29T16:21:21.561" v="186" actId="14100"/>
          <ac:spMkLst>
            <pc:docMk/>
            <pc:sldMk cId="2397418944" sldId="269"/>
            <ac:spMk id="5" creationId="{C2D0EFBB-7543-5F37-5C19-B11B33CBF80E}"/>
          </ac:spMkLst>
        </pc:spChg>
        <pc:picChg chg="add mod">
          <ac:chgData name="PATHMANATHAN Tharinyan" userId="0aa59e52-6b77-45f2-a9b8-e52304fdc35e" providerId="ADAL" clId="{4DB91A55-BE87-424B-BFD5-F6243EB600E9}" dt="2026-05-29T16:22:20.379" v="189" actId="1076"/>
          <ac:picMkLst>
            <pc:docMk/>
            <pc:sldMk cId="2397418944" sldId="269"/>
            <ac:picMk id="7" creationId="{A6FF7ADD-E80D-5FFE-BD25-74937B956598}"/>
          </ac:picMkLst>
        </pc:picChg>
      </pc:sldChg>
      <pc:sldChg chg="addSp delSp modSp add mod">
        <pc:chgData name="PATHMANATHAN Tharinyan" userId="0aa59e52-6b77-45f2-a9b8-e52304fdc35e" providerId="ADAL" clId="{4DB91A55-BE87-424B-BFD5-F6243EB600E9}" dt="2026-05-29T15:53:33.086" v="157" actId="1076"/>
        <pc:sldMkLst>
          <pc:docMk/>
          <pc:sldMk cId="3807986943" sldId="270"/>
        </pc:sldMkLst>
        <pc:spChg chg="mod">
          <ac:chgData name="PATHMANATHAN Tharinyan" userId="0aa59e52-6b77-45f2-a9b8-e52304fdc35e" providerId="ADAL" clId="{4DB91A55-BE87-424B-BFD5-F6243EB600E9}" dt="2026-05-29T15:52:36.411" v="149" actId="113"/>
          <ac:spMkLst>
            <pc:docMk/>
            <pc:sldMk cId="3807986943" sldId="270"/>
            <ac:spMk id="2" creationId="{0F76BC9D-9E79-528B-2306-4B4414F77EA5}"/>
          </ac:spMkLst>
        </pc:spChg>
        <pc:picChg chg="add mod">
          <ac:chgData name="PATHMANATHAN Tharinyan" userId="0aa59e52-6b77-45f2-a9b8-e52304fdc35e" providerId="ADAL" clId="{4DB91A55-BE87-424B-BFD5-F6243EB600E9}" dt="2026-05-29T15:53:03.215" v="153" actId="1076"/>
          <ac:picMkLst>
            <pc:docMk/>
            <pc:sldMk cId="3807986943" sldId="270"/>
            <ac:picMk id="7" creationId="{2759E3A8-2732-49C2-35D0-4BE17C9A48E2}"/>
          </ac:picMkLst>
        </pc:picChg>
        <pc:picChg chg="add mod ord">
          <ac:chgData name="PATHMANATHAN Tharinyan" userId="0aa59e52-6b77-45f2-a9b8-e52304fdc35e" providerId="ADAL" clId="{4DB91A55-BE87-424B-BFD5-F6243EB600E9}" dt="2026-05-29T15:53:33.086" v="157" actId="1076"/>
          <ac:picMkLst>
            <pc:docMk/>
            <pc:sldMk cId="3807986943" sldId="270"/>
            <ac:picMk id="10" creationId="{85F53F96-98CB-4242-8A9E-C0B1A760EB1F}"/>
          </ac:picMkLst>
        </pc:picChg>
      </pc:sldChg>
      <pc:sldChg chg="addSp delSp modSp add mod">
        <pc:chgData name="PATHMANATHAN Tharinyan" userId="0aa59e52-6b77-45f2-a9b8-e52304fdc35e" providerId="ADAL" clId="{4DB91A55-BE87-424B-BFD5-F6243EB600E9}" dt="2026-05-31T08:22:30.689" v="203" actId="1076"/>
        <pc:sldMkLst>
          <pc:docMk/>
          <pc:sldMk cId="640982971" sldId="271"/>
        </pc:sldMkLst>
        <pc:picChg chg="add mod">
          <ac:chgData name="PATHMANATHAN Tharinyan" userId="0aa59e52-6b77-45f2-a9b8-e52304fdc35e" providerId="ADAL" clId="{4DB91A55-BE87-424B-BFD5-F6243EB600E9}" dt="2026-05-31T08:21:10.908" v="197" actId="1076"/>
          <ac:picMkLst>
            <pc:docMk/>
            <pc:sldMk cId="640982971" sldId="271"/>
            <ac:picMk id="4" creationId="{9EBBEE35-4660-1F35-A8FB-8E9CF7ACD16D}"/>
          </ac:picMkLst>
        </pc:picChg>
        <pc:picChg chg="add mod ord">
          <ac:chgData name="PATHMANATHAN Tharinyan" userId="0aa59e52-6b77-45f2-a9b8-e52304fdc35e" providerId="ADAL" clId="{4DB91A55-BE87-424B-BFD5-F6243EB600E9}" dt="2026-05-31T08:21:13.662" v="198" actId="1076"/>
          <ac:picMkLst>
            <pc:docMk/>
            <pc:sldMk cId="640982971" sldId="271"/>
            <ac:picMk id="6" creationId="{D83E7AFD-64A3-0A43-FDC6-F3B7E7AE91BC}"/>
          </ac:picMkLst>
        </pc:picChg>
        <pc:picChg chg="add del mod">
          <ac:chgData name="PATHMANATHAN Tharinyan" userId="0aa59e52-6b77-45f2-a9b8-e52304fdc35e" providerId="ADAL" clId="{4DB91A55-BE87-424B-BFD5-F6243EB600E9}" dt="2026-05-31T08:22:13.913" v="201" actId="478"/>
          <ac:picMkLst>
            <pc:docMk/>
            <pc:sldMk cId="640982971" sldId="271"/>
            <ac:picMk id="7" creationId="{E4FA1A75-3063-1F3A-DD8E-E6CA3ED6FCA8}"/>
          </ac:picMkLst>
        </pc:picChg>
        <pc:picChg chg="add mod">
          <ac:chgData name="PATHMANATHAN Tharinyan" userId="0aa59e52-6b77-45f2-a9b8-e52304fdc35e" providerId="ADAL" clId="{4DB91A55-BE87-424B-BFD5-F6243EB600E9}" dt="2026-05-31T08:22:30.689" v="203" actId="1076"/>
          <ac:picMkLst>
            <pc:docMk/>
            <pc:sldMk cId="640982971" sldId="271"/>
            <ac:picMk id="9" creationId="{4F54B07A-6365-E444-21EB-5CFDDB57E20C}"/>
          </ac:picMkLst>
        </pc:picChg>
        <pc:picChg chg="add del mod">
          <ac:chgData name="PATHMANATHAN Tharinyan" userId="0aa59e52-6b77-45f2-a9b8-e52304fdc35e" providerId="ADAL" clId="{4DB91A55-BE87-424B-BFD5-F6243EB600E9}" dt="2026-05-31T08:18:47.393" v="190" actId="478"/>
          <ac:picMkLst>
            <pc:docMk/>
            <pc:sldMk cId="640982971" sldId="271"/>
            <ac:picMk id="12" creationId="{23F4C117-0611-A80E-F429-FC80539E9209}"/>
          </ac:picMkLst>
        </pc:picChg>
        <pc:picChg chg="add del mod">
          <ac:chgData name="PATHMANATHAN Tharinyan" userId="0aa59e52-6b77-45f2-a9b8-e52304fdc35e" providerId="ADAL" clId="{4DB91A55-BE87-424B-BFD5-F6243EB600E9}" dt="2026-05-31T08:21:06.128" v="195" actId="478"/>
          <ac:picMkLst>
            <pc:docMk/>
            <pc:sldMk cId="640982971" sldId="271"/>
            <ac:picMk id="14" creationId="{96B4BFCD-7E60-8B36-27E9-95B0B8CB052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562A34-28E3-40BB-8EFA-A401C2DC6C6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E5FA83C-16B6-42ED-B611-CCD5A248635A}">
      <dgm:prSet/>
      <dgm:spPr/>
      <dgm:t>
        <a:bodyPr/>
        <a:lstStyle/>
        <a:p>
          <a:r>
            <a:rPr lang="fr-FR"/>
            <a:t>Senior data Analyst dans une Organisation nationale de lutte contre le faux-monnayage (ONCFM)dans la data</a:t>
          </a:r>
          <a:endParaRPr lang="en-US"/>
        </a:p>
      </dgm:t>
    </dgm:pt>
    <dgm:pt modelId="{2E347B6D-9B84-4EF2-8100-B143E288C759}" type="parTrans" cxnId="{F012918D-12B4-4B38-821E-D3B216E20710}">
      <dgm:prSet/>
      <dgm:spPr/>
      <dgm:t>
        <a:bodyPr/>
        <a:lstStyle/>
        <a:p>
          <a:endParaRPr lang="en-US"/>
        </a:p>
      </dgm:t>
    </dgm:pt>
    <dgm:pt modelId="{852485BD-66A3-4630-BBF1-A25804489CDE}" type="sibTrans" cxnId="{F012918D-12B4-4B38-821E-D3B216E20710}">
      <dgm:prSet/>
      <dgm:spPr/>
      <dgm:t>
        <a:bodyPr/>
        <a:lstStyle/>
        <a:p>
          <a:endParaRPr lang="en-US"/>
        </a:p>
      </dgm:t>
    </dgm:pt>
    <dgm:pt modelId="{73A0EF58-B8BF-4A01-B426-E527A2704BB0}">
      <dgm:prSet/>
      <dgm:spPr/>
      <dgm:t>
        <a:bodyPr/>
        <a:lstStyle/>
        <a:p>
          <a:r>
            <a:rPr lang="fr-FR"/>
            <a:t>Mission mise en place d’un algorithme pour identifier des contrefaçons des billets en euros</a:t>
          </a:r>
          <a:endParaRPr lang="en-US"/>
        </a:p>
      </dgm:t>
    </dgm:pt>
    <dgm:pt modelId="{6788FD3E-5610-400B-B814-2FA268F31F9D}" type="parTrans" cxnId="{C296478A-2465-4575-892D-EDCD436430DC}">
      <dgm:prSet/>
      <dgm:spPr/>
      <dgm:t>
        <a:bodyPr/>
        <a:lstStyle/>
        <a:p>
          <a:endParaRPr lang="en-US"/>
        </a:p>
      </dgm:t>
    </dgm:pt>
    <dgm:pt modelId="{A2839450-BE5D-4031-AD70-B41952A3192B}" type="sibTrans" cxnId="{C296478A-2465-4575-892D-EDCD436430DC}">
      <dgm:prSet/>
      <dgm:spPr/>
      <dgm:t>
        <a:bodyPr/>
        <a:lstStyle/>
        <a:p>
          <a:endParaRPr lang="en-US"/>
        </a:p>
      </dgm:t>
    </dgm:pt>
    <dgm:pt modelId="{21D93593-EA88-4AE3-ABD1-A94DD0F403D1}">
      <dgm:prSet/>
      <dgm:spPr/>
      <dgm:t>
        <a:bodyPr/>
        <a:lstStyle/>
        <a:p>
          <a:r>
            <a:rPr lang="fr-FR"/>
            <a:t>Mise à disposition d’un notebook/ données de 1500 billets sous CSV/ Cahier des charges</a:t>
          </a:r>
          <a:endParaRPr lang="en-US"/>
        </a:p>
      </dgm:t>
    </dgm:pt>
    <dgm:pt modelId="{EF473B4C-3B62-423D-8C64-798DD4ABAD6E}" type="parTrans" cxnId="{74CD05F1-4643-4478-9166-54E261CE59CA}">
      <dgm:prSet/>
      <dgm:spPr/>
      <dgm:t>
        <a:bodyPr/>
        <a:lstStyle/>
        <a:p>
          <a:endParaRPr lang="en-US"/>
        </a:p>
      </dgm:t>
    </dgm:pt>
    <dgm:pt modelId="{95B8D5C9-A535-4DB6-A62D-97EEC1F3A397}" type="sibTrans" cxnId="{74CD05F1-4643-4478-9166-54E261CE59CA}">
      <dgm:prSet/>
      <dgm:spPr/>
      <dgm:t>
        <a:bodyPr/>
        <a:lstStyle/>
        <a:p>
          <a:endParaRPr lang="en-US"/>
        </a:p>
      </dgm:t>
    </dgm:pt>
    <dgm:pt modelId="{998FACEC-5461-469B-B33D-52874C04BC1F}" type="pres">
      <dgm:prSet presAssocID="{9C562A34-28E3-40BB-8EFA-A401C2DC6C64}" presName="linear" presStyleCnt="0">
        <dgm:presLayoutVars>
          <dgm:animLvl val="lvl"/>
          <dgm:resizeHandles val="exact"/>
        </dgm:presLayoutVars>
      </dgm:prSet>
      <dgm:spPr/>
    </dgm:pt>
    <dgm:pt modelId="{DA7DF7B9-5510-4DA3-95B2-533B2CD072BC}" type="pres">
      <dgm:prSet presAssocID="{3E5FA83C-16B6-42ED-B611-CCD5A248635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2DAF07E-6610-4B87-9AC6-52F89D18F49E}" type="pres">
      <dgm:prSet presAssocID="{852485BD-66A3-4630-BBF1-A25804489CDE}" presName="spacer" presStyleCnt="0"/>
      <dgm:spPr/>
    </dgm:pt>
    <dgm:pt modelId="{6B707B7B-FF52-43C9-B86C-A0B7F758C1C2}" type="pres">
      <dgm:prSet presAssocID="{73A0EF58-B8BF-4A01-B426-E527A2704BB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B38CA60-4894-4C50-820E-EB5322CBCC9B}" type="pres">
      <dgm:prSet presAssocID="{A2839450-BE5D-4031-AD70-B41952A3192B}" presName="spacer" presStyleCnt="0"/>
      <dgm:spPr/>
    </dgm:pt>
    <dgm:pt modelId="{E7A33AA0-C1F8-475B-90AE-AE9263B7A29B}" type="pres">
      <dgm:prSet presAssocID="{21D93593-EA88-4AE3-ABD1-A94DD0F403D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066FC44-A029-4800-9935-3EE5000BC347}" type="presOf" srcId="{3E5FA83C-16B6-42ED-B611-CCD5A248635A}" destId="{DA7DF7B9-5510-4DA3-95B2-533B2CD072BC}" srcOrd="0" destOrd="0" presId="urn:microsoft.com/office/officeart/2005/8/layout/vList2"/>
    <dgm:cxn modelId="{72E6D553-6DA4-46E1-8BAA-3D32C56367C7}" type="presOf" srcId="{9C562A34-28E3-40BB-8EFA-A401C2DC6C64}" destId="{998FACEC-5461-469B-B33D-52874C04BC1F}" srcOrd="0" destOrd="0" presId="urn:microsoft.com/office/officeart/2005/8/layout/vList2"/>
    <dgm:cxn modelId="{1B43F47D-5798-4FD3-AE71-15FAFCB1354B}" type="presOf" srcId="{73A0EF58-B8BF-4A01-B426-E527A2704BB0}" destId="{6B707B7B-FF52-43C9-B86C-A0B7F758C1C2}" srcOrd="0" destOrd="0" presId="urn:microsoft.com/office/officeart/2005/8/layout/vList2"/>
    <dgm:cxn modelId="{C296478A-2465-4575-892D-EDCD436430DC}" srcId="{9C562A34-28E3-40BB-8EFA-A401C2DC6C64}" destId="{73A0EF58-B8BF-4A01-B426-E527A2704BB0}" srcOrd="1" destOrd="0" parTransId="{6788FD3E-5610-400B-B814-2FA268F31F9D}" sibTransId="{A2839450-BE5D-4031-AD70-B41952A3192B}"/>
    <dgm:cxn modelId="{F012918D-12B4-4B38-821E-D3B216E20710}" srcId="{9C562A34-28E3-40BB-8EFA-A401C2DC6C64}" destId="{3E5FA83C-16B6-42ED-B611-CCD5A248635A}" srcOrd="0" destOrd="0" parTransId="{2E347B6D-9B84-4EF2-8100-B143E288C759}" sibTransId="{852485BD-66A3-4630-BBF1-A25804489CDE}"/>
    <dgm:cxn modelId="{A001A8E1-6C36-4D3E-9F9B-CC3F5208D6F5}" type="presOf" srcId="{21D93593-EA88-4AE3-ABD1-A94DD0F403D1}" destId="{E7A33AA0-C1F8-475B-90AE-AE9263B7A29B}" srcOrd="0" destOrd="0" presId="urn:microsoft.com/office/officeart/2005/8/layout/vList2"/>
    <dgm:cxn modelId="{74CD05F1-4643-4478-9166-54E261CE59CA}" srcId="{9C562A34-28E3-40BB-8EFA-A401C2DC6C64}" destId="{21D93593-EA88-4AE3-ABD1-A94DD0F403D1}" srcOrd="2" destOrd="0" parTransId="{EF473B4C-3B62-423D-8C64-798DD4ABAD6E}" sibTransId="{95B8D5C9-A535-4DB6-A62D-97EEC1F3A397}"/>
    <dgm:cxn modelId="{D9FE261F-6E68-48D4-AD10-30FA09B9D91D}" type="presParOf" srcId="{998FACEC-5461-469B-B33D-52874C04BC1F}" destId="{DA7DF7B9-5510-4DA3-95B2-533B2CD072BC}" srcOrd="0" destOrd="0" presId="urn:microsoft.com/office/officeart/2005/8/layout/vList2"/>
    <dgm:cxn modelId="{9721E0A9-B2D3-48B1-B081-EF414627FFB6}" type="presParOf" srcId="{998FACEC-5461-469B-B33D-52874C04BC1F}" destId="{32DAF07E-6610-4B87-9AC6-52F89D18F49E}" srcOrd="1" destOrd="0" presId="urn:microsoft.com/office/officeart/2005/8/layout/vList2"/>
    <dgm:cxn modelId="{E3B76C31-1D4B-4120-8258-200E4CC706D9}" type="presParOf" srcId="{998FACEC-5461-469B-B33D-52874C04BC1F}" destId="{6B707B7B-FF52-43C9-B86C-A0B7F758C1C2}" srcOrd="2" destOrd="0" presId="urn:microsoft.com/office/officeart/2005/8/layout/vList2"/>
    <dgm:cxn modelId="{6D5CF448-CB29-4286-9A0F-8538D6E1842B}" type="presParOf" srcId="{998FACEC-5461-469B-B33D-52874C04BC1F}" destId="{BB38CA60-4894-4C50-820E-EB5322CBCC9B}" srcOrd="3" destOrd="0" presId="urn:microsoft.com/office/officeart/2005/8/layout/vList2"/>
    <dgm:cxn modelId="{E4A0BC14-BBDD-4362-860B-8E04755B0CA4}" type="presParOf" srcId="{998FACEC-5461-469B-B33D-52874C04BC1F}" destId="{E7A33AA0-C1F8-475B-90AE-AE9263B7A29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85BCDD-FF8E-4FCB-9114-AE93A5C945ED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7506F1-AE68-48AB-9028-849E1BCAAE34}">
      <dgm:prSet/>
      <dgm:spPr/>
      <dgm:t>
        <a:bodyPr/>
        <a:lstStyle/>
        <a:p>
          <a:r>
            <a:rPr lang="fr-FR"/>
            <a:t>Exploration et nettoyage des données</a:t>
          </a:r>
          <a:endParaRPr lang="en-US"/>
        </a:p>
      </dgm:t>
    </dgm:pt>
    <dgm:pt modelId="{50AE82F8-FA25-47E9-AD08-0037B9D02EBA}" type="parTrans" cxnId="{F136D634-6B4D-43E5-8017-51860C8C4FC4}">
      <dgm:prSet/>
      <dgm:spPr/>
      <dgm:t>
        <a:bodyPr/>
        <a:lstStyle/>
        <a:p>
          <a:endParaRPr lang="en-US"/>
        </a:p>
      </dgm:t>
    </dgm:pt>
    <dgm:pt modelId="{8091B512-B746-44C2-866E-97388676C750}" type="sibTrans" cxnId="{F136D634-6B4D-43E5-8017-51860C8C4FC4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329CF45B-6054-4B91-8121-66F16DDAE1FE}">
      <dgm:prSet/>
      <dgm:spPr/>
      <dgm:t>
        <a:bodyPr/>
        <a:lstStyle/>
        <a:p>
          <a:r>
            <a:rPr lang="fr-FR" dirty="0"/>
            <a:t>Analyse exploratoire des données</a:t>
          </a:r>
          <a:endParaRPr lang="en-US" dirty="0"/>
        </a:p>
      </dgm:t>
    </dgm:pt>
    <dgm:pt modelId="{3A6C676B-F7FC-4084-B948-C342CFEF62F4}" type="parTrans" cxnId="{8A2E5A35-CD32-41F1-A27B-8E6F5B065812}">
      <dgm:prSet/>
      <dgm:spPr/>
      <dgm:t>
        <a:bodyPr/>
        <a:lstStyle/>
        <a:p>
          <a:endParaRPr lang="en-US"/>
        </a:p>
      </dgm:t>
    </dgm:pt>
    <dgm:pt modelId="{1922F3F3-F802-4D91-BB50-09E2E3C6688A}" type="sibTrans" cxnId="{8A2E5A35-CD32-41F1-A27B-8E6F5B065812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B2BDA568-85D7-4369-A9F5-4DC793432E80}">
      <dgm:prSet/>
      <dgm:spPr/>
      <dgm:t>
        <a:bodyPr/>
        <a:lstStyle/>
        <a:p>
          <a:r>
            <a:rPr lang="fr-FR" dirty="0"/>
            <a:t>Prétraitement des données</a:t>
          </a:r>
          <a:endParaRPr lang="en-US" dirty="0"/>
        </a:p>
      </dgm:t>
    </dgm:pt>
    <dgm:pt modelId="{C3EB5CF2-5AB2-4E29-A9F3-718A58C6CE42}" type="parTrans" cxnId="{64C2D280-04FB-420F-8FFF-86BE3DD72209}">
      <dgm:prSet/>
      <dgm:spPr/>
      <dgm:t>
        <a:bodyPr/>
        <a:lstStyle/>
        <a:p>
          <a:endParaRPr lang="en-US"/>
        </a:p>
      </dgm:t>
    </dgm:pt>
    <dgm:pt modelId="{9EFB3570-BBC2-4300-BD22-899128848CBB}" type="sibTrans" cxnId="{64C2D280-04FB-420F-8FFF-86BE3DD72209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48CD6ADC-247A-44C5-A5F0-615AEF2EDB69}">
      <dgm:prSet/>
      <dgm:spPr/>
      <dgm:t>
        <a:bodyPr/>
        <a:lstStyle/>
        <a:p>
          <a:r>
            <a:rPr lang="fr-FR"/>
            <a:t>Modélisation</a:t>
          </a:r>
          <a:endParaRPr lang="en-US"/>
        </a:p>
      </dgm:t>
    </dgm:pt>
    <dgm:pt modelId="{F2450429-C061-43B7-A994-5BBD2133F103}" type="parTrans" cxnId="{3B234F94-9C91-4AF1-B3E3-29A21AF6D2A6}">
      <dgm:prSet/>
      <dgm:spPr/>
      <dgm:t>
        <a:bodyPr/>
        <a:lstStyle/>
        <a:p>
          <a:endParaRPr lang="en-US"/>
        </a:p>
      </dgm:t>
    </dgm:pt>
    <dgm:pt modelId="{0152CBAA-B4A1-417E-850D-37AB68ADC7F9}" type="sibTrans" cxnId="{3B234F94-9C91-4AF1-B3E3-29A21AF6D2A6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177B7B05-63D2-40E6-B070-F9D641603642}">
      <dgm:prSet/>
      <dgm:spPr/>
      <dgm:t>
        <a:bodyPr/>
        <a:lstStyle/>
        <a:p>
          <a:r>
            <a:rPr lang="fr-FR"/>
            <a:t>Régression logistique</a:t>
          </a:r>
          <a:endParaRPr lang="en-US"/>
        </a:p>
      </dgm:t>
    </dgm:pt>
    <dgm:pt modelId="{B9E319C3-CDDF-434E-8C2E-7964B4F522A8}" type="parTrans" cxnId="{A7448099-98FC-49B4-9BAC-5B71D6383F60}">
      <dgm:prSet/>
      <dgm:spPr/>
      <dgm:t>
        <a:bodyPr/>
        <a:lstStyle/>
        <a:p>
          <a:endParaRPr lang="en-US"/>
        </a:p>
      </dgm:t>
    </dgm:pt>
    <dgm:pt modelId="{8F068EA2-BE18-4DF7-BE6E-0967682B1494}" type="sibTrans" cxnId="{A7448099-98FC-49B4-9BAC-5B71D6383F60}">
      <dgm:prSet/>
      <dgm:spPr/>
      <dgm:t>
        <a:bodyPr/>
        <a:lstStyle/>
        <a:p>
          <a:endParaRPr lang="en-US"/>
        </a:p>
      </dgm:t>
    </dgm:pt>
    <dgm:pt modelId="{CA864640-FAA8-4E14-A20E-3A1478D9BED2}">
      <dgm:prSet/>
      <dgm:spPr/>
      <dgm:t>
        <a:bodyPr/>
        <a:lstStyle/>
        <a:p>
          <a:r>
            <a:rPr lang="fr-FR"/>
            <a:t>K-Nearest Neighbors (KNN)</a:t>
          </a:r>
          <a:endParaRPr lang="en-US"/>
        </a:p>
      </dgm:t>
    </dgm:pt>
    <dgm:pt modelId="{33F5AFD4-4308-45D5-B6E6-17441233AE07}" type="parTrans" cxnId="{5973F5CA-7B17-451C-A42F-1F8274BCFBFE}">
      <dgm:prSet/>
      <dgm:spPr/>
      <dgm:t>
        <a:bodyPr/>
        <a:lstStyle/>
        <a:p>
          <a:endParaRPr lang="en-US"/>
        </a:p>
      </dgm:t>
    </dgm:pt>
    <dgm:pt modelId="{1821DB3C-5F28-4F11-BD54-06CAE11DEC13}" type="sibTrans" cxnId="{5973F5CA-7B17-451C-A42F-1F8274BCFBFE}">
      <dgm:prSet/>
      <dgm:spPr/>
      <dgm:t>
        <a:bodyPr/>
        <a:lstStyle/>
        <a:p>
          <a:endParaRPr lang="en-US"/>
        </a:p>
      </dgm:t>
    </dgm:pt>
    <dgm:pt modelId="{9202C4E8-32D0-4828-BB26-1DB30DCF9055}">
      <dgm:prSet/>
      <dgm:spPr/>
      <dgm:t>
        <a:bodyPr/>
        <a:lstStyle/>
        <a:p>
          <a:r>
            <a:rPr lang="fr-FR"/>
            <a:t>Random Forest</a:t>
          </a:r>
          <a:endParaRPr lang="en-US"/>
        </a:p>
      </dgm:t>
    </dgm:pt>
    <dgm:pt modelId="{B613E317-A259-4B61-91C2-7159B259EB91}" type="parTrans" cxnId="{A4867FE5-9744-4AD1-A9B8-542C778BBC35}">
      <dgm:prSet/>
      <dgm:spPr/>
      <dgm:t>
        <a:bodyPr/>
        <a:lstStyle/>
        <a:p>
          <a:endParaRPr lang="en-US"/>
        </a:p>
      </dgm:t>
    </dgm:pt>
    <dgm:pt modelId="{B318BBAE-FC3A-4B60-976D-D8A85F3B5B62}" type="sibTrans" cxnId="{A4867FE5-9744-4AD1-A9B8-542C778BBC35}">
      <dgm:prSet/>
      <dgm:spPr/>
      <dgm:t>
        <a:bodyPr/>
        <a:lstStyle/>
        <a:p>
          <a:endParaRPr lang="en-US"/>
        </a:p>
      </dgm:t>
    </dgm:pt>
    <dgm:pt modelId="{CF3D31D1-D1B7-4999-A19E-A3BA90783C89}">
      <dgm:prSet/>
      <dgm:spPr/>
      <dgm:t>
        <a:bodyPr/>
        <a:lstStyle/>
        <a:p>
          <a:r>
            <a:rPr lang="fr-FR"/>
            <a:t>K-means</a:t>
          </a:r>
          <a:endParaRPr lang="en-US"/>
        </a:p>
      </dgm:t>
    </dgm:pt>
    <dgm:pt modelId="{5DF7875E-B509-412B-AF89-89A82CD456ED}" type="parTrans" cxnId="{31A1C755-4A45-47C9-B205-4DA02359F12D}">
      <dgm:prSet/>
      <dgm:spPr/>
      <dgm:t>
        <a:bodyPr/>
        <a:lstStyle/>
        <a:p>
          <a:endParaRPr lang="en-US"/>
        </a:p>
      </dgm:t>
    </dgm:pt>
    <dgm:pt modelId="{96EBBBA5-9FD3-4A49-9628-87F16C72962E}" type="sibTrans" cxnId="{31A1C755-4A45-47C9-B205-4DA02359F12D}">
      <dgm:prSet/>
      <dgm:spPr/>
      <dgm:t>
        <a:bodyPr/>
        <a:lstStyle/>
        <a:p>
          <a:endParaRPr lang="en-US"/>
        </a:p>
      </dgm:t>
    </dgm:pt>
    <dgm:pt modelId="{FFF5F9F7-0B68-4090-8DF6-9F05C7970997}">
      <dgm:prSet/>
      <dgm:spPr/>
      <dgm:t>
        <a:bodyPr/>
        <a:lstStyle/>
        <a:p>
          <a:r>
            <a:rPr lang="fr-FR" dirty="0"/>
            <a:t>Programme de détection des faux billets</a:t>
          </a:r>
          <a:endParaRPr lang="en-US" dirty="0"/>
        </a:p>
      </dgm:t>
    </dgm:pt>
    <dgm:pt modelId="{4362D9D2-711D-4964-B6BE-29DBBD770225}" type="parTrans" cxnId="{9EBE7FFF-1EF5-417E-9D4C-045CE04F151E}">
      <dgm:prSet/>
      <dgm:spPr/>
      <dgm:t>
        <a:bodyPr/>
        <a:lstStyle/>
        <a:p>
          <a:endParaRPr lang="en-US"/>
        </a:p>
      </dgm:t>
    </dgm:pt>
    <dgm:pt modelId="{A6FA25A9-A430-4E68-B5D4-1AC13E7D74DC}" type="sibTrans" cxnId="{9EBE7FFF-1EF5-417E-9D4C-045CE04F151E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33891E9B-FF78-4D33-9BFC-9BFE3F4BD4EF}" type="pres">
      <dgm:prSet presAssocID="{7F85BCDD-FF8E-4FCB-9114-AE93A5C945ED}" presName="Name0" presStyleCnt="0">
        <dgm:presLayoutVars>
          <dgm:animLvl val="lvl"/>
          <dgm:resizeHandles val="exact"/>
        </dgm:presLayoutVars>
      </dgm:prSet>
      <dgm:spPr/>
    </dgm:pt>
    <dgm:pt modelId="{200B47E1-E44D-4313-87F0-7FD96830D68E}" type="pres">
      <dgm:prSet presAssocID="{0A7506F1-AE68-48AB-9028-849E1BCAAE34}" presName="compositeNode" presStyleCnt="0">
        <dgm:presLayoutVars>
          <dgm:bulletEnabled val="1"/>
        </dgm:presLayoutVars>
      </dgm:prSet>
      <dgm:spPr/>
    </dgm:pt>
    <dgm:pt modelId="{19954B0A-B277-491F-BA32-2633A7435872}" type="pres">
      <dgm:prSet presAssocID="{0A7506F1-AE68-48AB-9028-849E1BCAAE34}" presName="bgRect" presStyleLbl="alignNode1" presStyleIdx="0" presStyleCnt="5"/>
      <dgm:spPr/>
    </dgm:pt>
    <dgm:pt modelId="{09F3890B-EFAA-42FC-9B9A-EF13ED092C77}" type="pres">
      <dgm:prSet presAssocID="{8091B512-B746-44C2-866E-97388676C750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CA42A19F-3B2A-4336-A594-A1B5080C9EB4}" type="pres">
      <dgm:prSet presAssocID="{0A7506F1-AE68-48AB-9028-849E1BCAAE34}" presName="nodeRect" presStyleLbl="alignNode1" presStyleIdx="0" presStyleCnt="5">
        <dgm:presLayoutVars>
          <dgm:bulletEnabled val="1"/>
        </dgm:presLayoutVars>
      </dgm:prSet>
      <dgm:spPr/>
    </dgm:pt>
    <dgm:pt modelId="{653D3F7D-1AF1-4CB7-8412-0F8E90719FA4}" type="pres">
      <dgm:prSet presAssocID="{8091B512-B746-44C2-866E-97388676C750}" presName="sibTrans" presStyleCnt="0"/>
      <dgm:spPr/>
    </dgm:pt>
    <dgm:pt modelId="{DB9AA71E-0191-4FF1-B4BA-5BDC643BA25C}" type="pres">
      <dgm:prSet presAssocID="{329CF45B-6054-4B91-8121-66F16DDAE1FE}" presName="compositeNode" presStyleCnt="0">
        <dgm:presLayoutVars>
          <dgm:bulletEnabled val="1"/>
        </dgm:presLayoutVars>
      </dgm:prSet>
      <dgm:spPr/>
    </dgm:pt>
    <dgm:pt modelId="{0A3D599A-3A28-46BB-9A07-9251073CBDC1}" type="pres">
      <dgm:prSet presAssocID="{329CF45B-6054-4B91-8121-66F16DDAE1FE}" presName="bgRect" presStyleLbl="alignNode1" presStyleIdx="1" presStyleCnt="5" custLinFactNeighborX="-1363" custLinFactNeighborY="-484"/>
      <dgm:spPr/>
    </dgm:pt>
    <dgm:pt modelId="{680E66F1-316F-4612-89FF-1E5F5F24892F}" type="pres">
      <dgm:prSet presAssocID="{1922F3F3-F802-4D91-BB50-09E2E3C6688A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20914E2B-28C1-4039-B48D-DF8A9C33521D}" type="pres">
      <dgm:prSet presAssocID="{329CF45B-6054-4B91-8121-66F16DDAE1FE}" presName="nodeRect" presStyleLbl="alignNode1" presStyleIdx="1" presStyleCnt="5">
        <dgm:presLayoutVars>
          <dgm:bulletEnabled val="1"/>
        </dgm:presLayoutVars>
      </dgm:prSet>
      <dgm:spPr/>
    </dgm:pt>
    <dgm:pt modelId="{FC097203-204F-463B-B14B-90D7771E9FCA}" type="pres">
      <dgm:prSet presAssocID="{1922F3F3-F802-4D91-BB50-09E2E3C6688A}" presName="sibTrans" presStyleCnt="0"/>
      <dgm:spPr/>
    </dgm:pt>
    <dgm:pt modelId="{8FA0ACB1-2AA3-496A-8C08-60D37C1EA32E}" type="pres">
      <dgm:prSet presAssocID="{B2BDA568-85D7-4369-A9F5-4DC793432E80}" presName="compositeNode" presStyleCnt="0">
        <dgm:presLayoutVars>
          <dgm:bulletEnabled val="1"/>
        </dgm:presLayoutVars>
      </dgm:prSet>
      <dgm:spPr/>
    </dgm:pt>
    <dgm:pt modelId="{8BAA5D3F-34CE-4314-A7A2-C0D493AFBA27}" type="pres">
      <dgm:prSet presAssocID="{B2BDA568-85D7-4369-A9F5-4DC793432E80}" presName="bgRect" presStyleLbl="alignNode1" presStyleIdx="2" presStyleCnt="5"/>
      <dgm:spPr/>
    </dgm:pt>
    <dgm:pt modelId="{BFDCA079-0F71-42A9-A6F3-7457AEB34F04}" type="pres">
      <dgm:prSet presAssocID="{9EFB3570-BBC2-4300-BD22-899128848CBB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00F2EDED-D5C0-4D52-BAC3-329CFCADEDC3}" type="pres">
      <dgm:prSet presAssocID="{B2BDA568-85D7-4369-A9F5-4DC793432E80}" presName="nodeRect" presStyleLbl="alignNode1" presStyleIdx="2" presStyleCnt="5">
        <dgm:presLayoutVars>
          <dgm:bulletEnabled val="1"/>
        </dgm:presLayoutVars>
      </dgm:prSet>
      <dgm:spPr/>
    </dgm:pt>
    <dgm:pt modelId="{CE19B29F-38CA-4F47-A928-46BD59EC365F}" type="pres">
      <dgm:prSet presAssocID="{9EFB3570-BBC2-4300-BD22-899128848CBB}" presName="sibTrans" presStyleCnt="0"/>
      <dgm:spPr/>
    </dgm:pt>
    <dgm:pt modelId="{12DA3428-57D8-485E-BB6A-3981040692A6}" type="pres">
      <dgm:prSet presAssocID="{48CD6ADC-247A-44C5-A5F0-615AEF2EDB69}" presName="compositeNode" presStyleCnt="0">
        <dgm:presLayoutVars>
          <dgm:bulletEnabled val="1"/>
        </dgm:presLayoutVars>
      </dgm:prSet>
      <dgm:spPr/>
    </dgm:pt>
    <dgm:pt modelId="{5639C17F-EDC8-478D-988C-669BA88C1F34}" type="pres">
      <dgm:prSet presAssocID="{48CD6ADC-247A-44C5-A5F0-615AEF2EDB69}" presName="bgRect" presStyleLbl="alignNode1" presStyleIdx="3" presStyleCnt="5"/>
      <dgm:spPr/>
    </dgm:pt>
    <dgm:pt modelId="{ED276248-556C-40B8-B926-2C39FDA4CEFC}" type="pres">
      <dgm:prSet presAssocID="{0152CBAA-B4A1-417E-850D-37AB68ADC7F9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8D37AE46-7750-4E47-8B47-92DF978F5EF1}" type="pres">
      <dgm:prSet presAssocID="{48CD6ADC-247A-44C5-A5F0-615AEF2EDB69}" presName="nodeRect" presStyleLbl="alignNode1" presStyleIdx="3" presStyleCnt="5">
        <dgm:presLayoutVars>
          <dgm:bulletEnabled val="1"/>
        </dgm:presLayoutVars>
      </dgm:prSet>
      <dgm:spPr/>
    </dgm:pt>
    <dgm:pt modelId="{323D58C4-7BCA-4B38-9A03-1A5106A2DC36}" type="pres">
      <dgm:prSet presAssocID="{0152CBAA-B4A1-417E-850D-37AB68ADC7F9}" presName="sibTrans" presStyleCnt="0"/>
      <dgm:spPr/>
    </dgm:pt>
    <dgm:pt modelId="{E387FB74-51DE-42FD-A5F6-61EC4BDA78FA}" type="pres">
      <dgm:prSet presAssocID="{FFF5F9F7-0B68-4090-8DF6-9F05C7970997}" presName="compositeNode" presStyleCnt="0">
        <dgm:presLayoutVars>
          <dgm:bulletEnabled val="1"/>
        </dgm:presLayoutVars>
      </dgm:prSet>
      <dgm:spPr/>
    </dgm:pt>
    <dgm:pt modelId="{88582A91-59AB-4B98-B879-D226FAA260A8}" type="pres">
      <dgm:prSet presAssocID="{FFF5F9F7-0B68-4090-8DF6-9F05C7970997}" presName="bgRect" presStyleLbl="alignNode1" presStyleIdx="4" presStyleCnt="5"/>
      <dgm:spPr/>
    </dgm:pt>
    <dgm:pt modelId="{9E61E699-CB14-480C-A0F7-1D0BACE72780}" type="pres">
      <dgm:prSet presAssocID="{A6FA25A9-A430-4E68-B5D4-1AC13E7D74DC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1DEB869C-9EF3-48D2-BDCA-34D1A7BBAA93}" type="pres">
      <dgm:prSet presAssocID="{FFF5F9F7-0B68-4090-8DF6-9F05C7970997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D0CEC917-B140-4423-918F-2CEF72E2827E}" type="presOf" srcId="{FFF5F9F7-0B68-4090-8DF6-9F05C7970997}" destId="{1DEB869C-9EF3-48D2-BDCA-34D1A7BBAA93}" srcOrd="1" destOrd="0" presId="urn:microsoft.com/office/officeart/2016/7/layout/LinearBlockProcessNumbered"/>
    <dgm:cxn modelId="{474A5818-6C20-44CA-B654-9F4D9B5B02AB}" type="presOf" srcId="{9EFB3570-BBC2-4300-BD22-899128848CBB}" destId="{BFDCA079-0F71-42A9-A6F3-7457AEB34F04}" srcOrd="0" destOrd="0" presId="urn:microsoft.com/office/officeart/2016/7/layout/LinearBlockProcessNumbered"/>
    <dgm:cxn modelId="{5757BF1E-4A39-43B6-A1DD-1253AF6D1287}" type="presOf" srcId="{B2BDA568-85D7-4369-A9F5-4DC793432E80}" destId="{8BAA5D3F-34CE-4314-A7A2-C0D493AFBA27}" srcOrd="0" destOrd="0" presId="urn:microsoft.com/office/officeart/2016/7/layout/LinearBlockProcessNumbered"/>
    <dgm:cxn modelId="{F136D634-6B4D-43E5-8017-51860C8C4FC4}" srcId="{7F85BCDD-FF8E-4FCB-9114-AE93A5C945ED}" destId="{0A7506F1-AE68-48AB-9028-849E1BCAAE34}" srcOrd="0" destOrd="0" parTransId="{50AE82F8-FA25-47E9-AD08-0037B9D02EBA}" sibTransId="{8091B512-B746-44C2-866E-97388676C750}"/>
    <dgm:cxn modelId="{8A2E5A35-CD32-41F1-A27B-8E6F5B065812}" srcId="{7F85BCDD-FF8E-4FCB-9114-AE93A5C945ED}" destId="{329CF45B-6054-4B91-8121-66F16DDAE1FE}" srcOrd="1" destOrd="0" parTransId="{3A6C676B-F7FC-4084-B948-C342CFEF62F4}" sibTransId="{1922F3F3-F802-4D91-BB50-09E2E3C6688A}"/>
    <dgm:cxn modelId="{671D1B5C-F5D9-4D06-81D7-119BBACE3DFE}" type="presOf" srcId="{FFF5F9F7-0B68-4090-8DF6-9F05C7970997}" destId="{88582A91-59AB-4B98-B879-D226FAA260A8}" srcOrd="0" destOrd="0" presId="urn:microsoft.com/office/officeart/2016/7/layout/LinearBlockProcessNumbered"/>
    <dgm:cxn modelId="{709C665D-B371-4798-9030-73D03560634A}" type="presOf" srcId="{48CD6ADC-247A-44C5-A5F0-615AEF2EDB69}" destId="{5639C17F-EDC8-478D-988C-669BA88C1F34}" srcOrd="0" destOrd="0" presId="urn:microsoft.com/office/officeart/2016/7/layout/LinearBlockProcessNumbered"/>
    <dgm:cxn modelId="{CA21174B-E8B2-487D-8433-3E50A41649C3}" type="presOf" srcId="{0A7506F1-AE68-48AB-9028-849E1BCAAE34}" destId="{CA42A19F-3B2A-4336-A594-A1B5080C9EB4}" srcOrd="1" destOrd="0" presId="urn:microsoft.com/office/officeart/2016/7/layout/LinearBlockProcessNumbered"/>
    <dgm:cxn modelId="{30B57675-3D87-43D9-9702-28B4188F54E8}" type="presOf" srcId="{CA864640-FAA8-4E14-A20E-3A1478D9BED2}" destId="{8D37AE46-7750-4E47-8B47-92DF978F5EF1}" srcOrd="0" destOrd="2" presId="urn:microsoft.com/office/officeart/2016/7/layout/LinearBlockProcessNumbered"/>
    <dgm:cxn modelId="{31A1C755-4A45-47C9-B205-4DA02359F12D}" srcId="{48CD6ADC-247A-44C5-A5F0-615AEF2EDB69}" destId="{CF3D31D1-D1B7-4999-A19E-A3BA90783C89}" srcOrd="3" destOrd="0" parTransId="{5DF7875E-B509-412B-AF89-89A82CD456ED}" sibTransId="{96EBBBA5-9FD3-4A49-9628-87F16C72962E}"/>
    <dgm:cxn modelId="{9296D77A-0479-45B2-94E7-ACE8E0D6DADF}" type="presOf" srcId="{329CF45B-6054-4B91-8121-66F16DDAE1FE}" destId="{20914E2B-28C1-4039-B48D-DF8A9C33521D}" srcOrd="1" destOrd="0" presId="urn:microsoft.com/office/officeart/2016/7/layout/LinearBlockProcessNumbered"/>
    <dgm:cxn modelId="{64C2D280-04FB-420F-8FFF-86BE3DD72209}" srcId="{7F85BCDD-FF8E-4FCB-9114-AE93A5C945ED}" destId="{B2BDA568-85D7-4369-A9F5-4DC793432E80}" srcOrd="2" destOrd="0" parTransId="{C3EB5CF2-5AB2-4E29-A9F3-718A58C6CE42}" sibTransId="{9EFB3570-BBC2-4300-BD22-899128848CBB}"/>
    <dgm:cxn modelId="{3B234F94-9C91-4AF1-B3E3-29A21AF6D2A6}" srcId="{7F85BCDD-FF8E-4FCB-9114-AE93A5C945ED}" destId="{48CD6ADC-247A-44C5-A5F0-615AEF2EDB69}" srcOrd="3" destOrd="0" parTransId="{F2450429-C061-43B7-A994-5BBD2133F103}" sibTransId="{0152CBAA-B4A1-417E-850D-37AB68ADC7F9}"/>
    <dgm:cxn modelId="{A7448099-98FC-49B4-9BAC-5B71D6383F60}" srcId="{48CD6ADC-247A-44C5-A5F0-615AEF2EDB69}" destId="{177B7B05-63D2-40E6-B070-F9D641603642}" srcOrd="0" destOrd="0" parTransId="{B9E319C3-CDDF-434E-8C2E-7964B4F522A8}" sibTransId="{8F068EA2-BE18-4DF7-BE6E-0967682B1494}"/>
    <dgm:cxn modelId="{7D61E2A0-2AB3-4059-8C9C-D5C723C4BC8D}" type="presOf" srcId="{1922F3F3-F802-4D91-BB50-09E2E3C6688A}" destId="{680E66F1-316F-4612-89FF-1E5F5F24892F}" srcOrd="0" destOrd="0" presId="urn:microsoft.com/office/officeart/2016/7/layout/LinearBlockProcessNumbered"/>
    <dgm:cxn modelId="{F04FABAA-C85D-4E76-8FFD-30439A968F93}" type="presOf" srcId="{0152CBAA-B4A1-417E-850D-37AB68ADC7F9}" destId="{ED276248-556C-40B8-B926-2C39FDA4CEFC}" srcOrd="0" destOrd="0" presId="urn:microsoft.com/office/officeart/2016/7/layout/LinearBlockProcessNumbered"/>
    <dgm:cxn modelId="{55F4EFB3-E413-4B66-876F-6B31EB93BE56}" type="presOf" srcId="{CF3D31D1-D1B7-4999-A19E-A3BA90783C89}" destId="{8D37AE46-7750-4E47-8B47-92DF978F5EF1}" srcOrd="0" destOrd="4" presId="urn:microsoft.com/office/officeart/2016/7/layout/LinearBlockProcessNumbered"/>
    <dgm:cxn modelId="{D926E7C0-F250-4596-8F5A-DA1D9C2CF4EA}" type="presOf" srcId="{9202C4E8-32D0-4828-BB26-1DB30DCF9055}" destId="{8D37AE46-7750-4E47-8B47-92DF978F5EF1}" srcOrd="0" destOrd="3" presId="urn:microsoft.com/office/officeart/2016/7/layout/LinearBlockProcessNumbered"/>
    <dgm:cxn modelId="{DAE319CA-8EE4-45F1-8D42-0D10B6A1A75E}" type="presOf" srcId="{48CD6ADC-247A-44C5-A5F0-615AEF2EDB69}" destId="{8D37AE46-7750-4E47-8B47-92DF978F5EF1}" srcOrd="1" destOrd="0" presId="urn:microsoft.com/office/officeart/2016/7/layout/LinearBlockProcessNumbered"/>
    <dgm:cxn modelId="{5973F5CA-7B17-451C-A42F-1F8274BCFBFE}" srcId="{48CD6ADC-247A-44C5-A5F0-615AEF2EDB69}" destId="{CA864640-FAA8-4E14-A20E-3A1478D9BED2}" srcOrd="1" destOrd="0" parTransId="{33F5AFD4-4308-45D5-B6E6-17441233AE07}" sibTransId="{1821DB3C-5F28-4F11-BD54-06CAE11DEC13}"/>
    <dgm:cxn modelId="{4B6E77E2-0C4E-40DD-A556-13AE298DAECB}" type="presOf" srcId="{7F85BCDD-FF8E-4FCB-9114-AE93A5C945ED}" destId="{33891E9B-FF78-4D33-9BFC-9BFE3F4BD4EF}" srcOrd="0" destOrd="0" presId="urn:microsoft.com/office/officeart/2016/7/layout/LinearBlockProcessNumbered"/>
    <dgm:cxn modelId="{A4867FE5-9744-4AD1-A9B8-542C778BBC35}" srcId="{48CD6ADC-247A-44C5-A5F0-615AEF2EDB69}" destId="{9202C4E8-32D0-4828-BB26-1DB30DCF9055}" srcOrd="2" destOrd="0" parTransId="{B613E317-A259-4B61-91C2-7159B259EB91}" sibTransId="{B318BBAE-FC3A-4B60-976D-D8A85F3B5B62}"/>
    <dgm:cxn modelId="{4F3284EC-A57A-4666-B482-7D4F453E17B5}" type="presOf" srcId="{B2BDA568-85D7-4369-A9F5-4DC793432E80}" destId="{00F2EDED-D5C0-4D52-BAC3-329CFCADEDC3}" srcOrd="1" destOrd="0" presId="urn:microsoft.com/office/officeart/2016/7/layout/LinearBlockProcessNumbered"/>
    <dgm:cxn modelId="{53EAC4ED-1521-4C1E-8175-43BB26CC6925}" type="presOf" srcId="{0A7506F1-AE68-48AB-9028-849E1BCAAE34}" destId="{19954B0A-B277-491F-BA32-2633A7435872}" srcOrd="0" destOrd="0" presId="urn:microsoft.com/office/officeart/2016/7/layout/LinearBlockProcessNumbered"/>
    <dgm:cxn modelId="{63C408EE-4ED7-4FEC-B796-64217C57B9A9}" type="presOf" srcId="{329CF45B-6054-4B91-8121-66F16DDAE1FE}" destId="{0A3D599A-3A28-46BB-9A07-9251073CBDC1}" srcOrd="0" destOrd="0" presId="urn:microsoft.com/office/officeart/2016/7/layout/LinearBlockProcessNumbered"/>
    <dgm:cxn modelId="{66D20AF9-4CD4-4D29-A484-072A662B6734}" type="presOf" srcId="{177B7B05-63D2-40E6-B070-F9D641603642}" destId="{8D37AE46-7750-4E47-8B47-92DF978F5EF1}" srcOrd="0" destOrd="1" presId="urn:microsoft.com/office/officeart/2016/7/layout/LinearBlockProcessNumbered"/>
    <dgm:cxn modelId="{0BC205FD-FC58-4217-A954-DDA39DD30639}" type="presOf" srcId="{A6FA25A9-A430-4E68-B5D4-1AC13E7D74DC}" destId="{9E61E699-CB14-480C-A0F7-1D0BACE72780}" srcOrd="0" destOrd="0" presId="urn:microsoft.com/office/officeart/2016/7/layout/LinearBlockProcessNumbered"/>
    <dgm:cxn modelId="{9EBE7FFF-1EF5-417E-9D4C-045CE04F151E}" srcId="{7F85BCDD-FF8E-4FCB-9114-AE93A5C945ED}" destId="{FFF5F9F7-0B68-4090-8DF6-9F05C7970997}" srcOrd="4" destOrd="0" parTransId="{4362D9D2-711D-4964-B6BE-29DBBD770225}" sibTransId="{A6FA25A9-A430-4E68-B5D4-1AC13E7D74DC}"/>
    <dgm:cxn modelId="{03078AFF-5A02-4B64-B3ED-F3C4F679A630}" type="presOf" srcId="{8091B512-B746-44C2-866E-97388676C750}" destId="{09F3890B-EFAA-42FC-9B9A-EF13ED092C77}" srcOrd="0" destOrd="0" presId="urn:microsoft.com/office/officeart/2016/7/layout/LinearBlockProcessNumbered"/>
    <dgm:cxn modelId="{E073F58E-1C80-4C4C-92B8-D6B01637BF3E}" type="presParOf" srcId="{33891E9B-FF78-4D33-9BFC-9BFE3F4BD4EF}" destId="{200B47E1-E44D-4313-87F0-7FD96830D68E}" srcOrd="0" destOrd="0" presId="urn:microsoft.com/office/officeart/2016/7/layout/LinearBlockProcessNumbered"/>
    <dgm:cxn modelId="{28012A1C-442E-4E0D-B281-FBD4D52231F8}" type="presParOf" srcId="{200B47E1-E44D-4313-87F0-7FD96830D68E}" destId="{19954B0A-B277-491F-BA32-2633A7435872}" srcOrd="0" destOrd="0" presId="urn:microsoft.com/office/officeart/2016/7/layout/LinearBlockProcessNumbered"/>
    <dgm:cxn modelId="{26FE238B-07F4-4D8F-86C9-B6EF1ACCE023}" type="presParOf" srcId="{200B47E1-E44D-4313-87F0-7FD96830D68E}" destId="{09F3890B-EFAA-42FC-9B9A-EF13ED092C77}" srcOrd="1" destOrd="0" presId="urn:microsoft.com/office/officeart/2016/7/layout/LinearBlockProcessNumbered"/>
    <dgm:cxn modelId="{C67F3C01-B63F-4638-BA62-D9A1FDEB0ED2}" type="presParOf" srcId="{200B47E1-E44D-4313-87F0-7FD96830D68E}" destId="{CA42A19F-3B2A-4336-A594-A1B5080C9EB4}" srcOrd="2" destOrd="0" presId="urn:microsoft.com/office/officeart/2016/7/layout/LinearBlockProcessNumbered"/>
    <dgm:cxn modelId="{4FF6473A-7A9C-4124-826B-219121FC5494}" type="presParOf" srcId="{33891E9B-FF78-4D33-9BFC-9BFE3F4BD4EF}" destId="{653D3F7D-1AF1-4CB7-8412-0F8E90719FA4}" srcOrd="1" destOrd="0" presId="urn:microsoft.com/office/officeart/2016/7/layout/LinearBlockProcessNumbered"/>
    <dgm:cxn modelId="{CFC5B1E7-5DD2-4F1F-9F56-CDCBF4ED76D3}" type="presParOf" srcId="{33891E9B-FF78-4D33-9BFC-9BFE3F4BD4EF}" destId="{DB9AA71E-0191-4FF1-B4BA-5BDC643BA25C}" srcOrd="2" destOrd="0" presId="urn:microsoft.com/office/officeart/2016/7/layout/LinearBlockProcessNumbered"/>
    <dgm:cxn modelId="{0DA35A34-B7F6-496B-A27B-D0D774B4D7AB}" type="presParOf" srcId="{DB9AA71E-0191-4FF1-B4BA-5BDC643BA25C}" destId="{0A3D599A-3A28-46BB-9A07-9251073CBDC1}" srcOrd="0" destOrd="0" presId="urn:microsoft.com/office/officeart/2016/7/layout/LinearBlockProcessNumbered"/>
    <dgm:cxn modelId="{68F3E767-DEC8-4B40-A3FF-8273E7D5A06A}" type="presParOf" srcId="{DB9AA71E-0191-4FF1-B4BA-5BDC643BA25C}" destId="{680E66F1-316F-4612-89FF-1E5F5F24892F}" srcOrd="1" destOrd="0" presId="urn:microsoft.com/office/officeart/2016/7/layout/LinearBlockProcessNumbered"/>
    <dgm:cxn modelId="{566B996F-4B54-434C-82EB-B5ACE1E32192}" type="presParOf" srcId="{DB9AA71E-0191-4FF1-B4BA-5BDC643BA25C}" destId="{20914E2B-28C1-4039-B48D-DF8A9C33521D}" srcOrd="2" destOrd="0" presId="urn:microsoft.com/office/officeart/2016/7/layout/LinearBlockProcessNumbered"/>
    <dgm:cxn modelId="{89E78607-B193-477C-A0A9-B58ADD5DB29E}" type="presParOf" srcId="{33891E9B-FF78-4D33-9BFC-9BFE3F4BD4EF}" destId="{FC097203-204F-463B-B14B-90D7771E9FCA}" srcOrd="3" destOrd="0" presId="urn:microsoft.com/office/officeart/2016/7/layout/LinearBlockProcessNumbered"/>
    <dgm:cxn modelId="{D2C1577C-969A-4828-ACFD-4E9BABA5EA6E}" type="presParOf" srcId="{33891E9B-FF78-4D33-9BFC-9BFE3F4BD4EF}" destId="{8FA0ACB1-2AA3-496A-8C08-60D37C1EA32E}" srcOrd="4" destOrd="0" presId="urn:microsoft.com/office/officeart/2016/7/layout/LinearBlockProcessNumbered"/>
    <dgm:cxn modelId="{BF6695B6-CB7B-4EC0-8657-6B862F3EFB77}" type="presParOf" srcId="{8FA0ACB1-2AA3-496A-8C08-60D37C1EA32E}" destId="{8BAA5D3F-34CE-4314-A7A2-C0D493AFBA27}" srcOrd="0" destOrd="0" presId="urn:microsoft.com/office/officeart/2016/7/layout/LinearBlockProcessNumbered"/>
    <dgm:cxn modelId="{17A8CA4B-E02E-4078-8881-E6A60CC2AB7E}" type="presParOf" srcId="{8FA0ACB1-2AA3-496A-8C08-60D37C1EA32E}" destId="{BFDCA079-0F71-42A9-A6F3-7457AEB34F04}" srcOrd="1" destOrd="0" presId="urn:microsoft.com/office/officeart/2016/7/layout/LinearBlockProcessNumbered"/>
    <dgm:cxn modelId="{89F3C32C-DBC2-4CDF-B008-5FE1CF345404}" type="presParOf" srcId="{8FA0ACB1-2AA3-496A-8C08-60D37C1EA32E}" destId="{00F2EDED-D5C0-4D52-BAC3-329CFCADEDC3}" srcOrd="2" destOrd="0" presId="urn:microsoft.com/office/officeart/2016/7/layout/LinearBlockProcessNumbered"/>
    <dgm:cxn modelId="{F65CB356-9FA0-4827-9F0A-20BEC3905A1E}" type="presParOf" srcId="{33891E9B-FF78-4D33-9BFC-9BFE3F4BD4EF}" destId="{CE19B29F-38CA-4F47-A928-46BD59EC365F}" srcOrd="5" destOrd="0" presId="urn:microsoft.com/office/officeart/2016/7/layout/LinearBlockProcessNumbered"/>
    <dgm:cxn modelId="{A81816E5-581D-4E9C-9A09-410BCE80C9FE}" type="presParOf" srcId="{33891E9B-FF78-4D33-9BFC-9BFE3F4BD4EF}" destId="{12DA3428-57D8-485E-BB6A-3981040692A6}" srcOrd="6" destOrd="0" presId="urn:microsoft.com/office/officeart/2016/7/layout/LinearBlockProcessNumbered"/>
    <dgm:cxn modelId="{3B472244-110B-44F6-93AD-EFB43948404A}" type="presParOf" srcId="{12DA3428-57D8-485E-BB6A-3981040692A6}" destId="{5639C17F-EDC8-478D-988C-669BA88C1F34}" srcOrd="0" destOrd="0" presId="urn:microsoft.com/office/officeart/2016/7/layout/LinearBlockProcessNumbered"/>
    <dgm:cxn modelId="{A2725475-1D6A-4FFC-ACB0-357F00FFA233}" type="presParOf" srcId="{12DA3428-57D8-485E-BB6A-3981040692A6}" destId="{ED276248-556C-40B8-B926-2C39FDA4CEFC}" srcOrd="1" destOrd="0" presId="urn:microsoft.com/office/officeart/2016/7/layout/LinearBlockProcessNumbered"/>
    <dgm:cxn modelId="{A6289522-89C6-4E3F-B0D2-BDC938C4A377}" type="presParOf" srcId="{12DA3428-57D8-485E-BB6A-3981040692A6}" destId="{8D37AE46-7750-4E47-8B47-92DF978F5EF1}" srcOrd="2" destOrd="0" presId="urn:microsoft.com/office/officeart/2016/7/layout/LinearBlockProcessNumbered"/>
    <dgm:cxn modelId="{310F096A-6660-427E-A9D7-3F3700263DDE}" type="presParOf" srcId="{33891E9B-FF78-4D33-9BFC-9BFE3F4BD4EF}" destId="{323D58C4-7BCA-4B38-9A03-1A5106A2DC36}" srcOrd="7" destOrd="0" presId="urn:microsoft.com/office/officeart/2016/7/layout/LinearBlockProcessNumbered"/>
    <dgm:cxn modelId="{ACF1A247-EDE3-416C-87C7-B29232D6CFCC}" type="presParOf" srcId="{33891E9B-FF78-4D33-9BFC-9BFE3F4BD4EF}" destId="{E387FB74-51DE-42FD-A5F6-61EC4BDA78FA}" srcOrd="8" destOrd="0" presId="urn:microsoft.com/office/officeart/2016/7/layout/LinearBlockProcessNumbered"/>
    <dgm:cxn modelId="{A5863873-898A-4C4E-A6FF-C678799487F9}" type="presParOf" srcId="{E387FB74-51DE-42FD-A5F6-61EC4BDA78FA}" destId="{88582A91-59AB-4B98-B879-D226FAA260A8}" srcOrd="0" destOrd="0" presId="urn:microsoft.com/office/officeart/2016/7/layout/LinearBlockProcessNumbered"/>
    <dgm:cxn modelId="{DDED78DE-56F5-4EC1-A0C4-4E7BA2D94805}" type="presParOf" srcId="{E387FB74-51DE-42FD-A5F6-61EC4BDA78FA}" destId="{9E61E699-CB14-480C-A0F7-1D0BACE72780}" srcOrd="1" destOrd="0" presId="urn:microsoft.com/office/officeart/2016/7/layout/LinearBlockProcessNumbered"/>
    <dgm:cxn modelId="{F19B4E91-E840-40AD-B1EF-67B7C192AD76}" type="presParOf" srcId="{E387FB74-51DE-42FD-A5F6-61EC4BDA78FA}" destId="{1DEB869C-9EF3-48D2-BDCA-34D1A7BBAA93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7DF7B9-5510-4DA3-95B2-533B2CD072BC}">
      <dsp:nvSpPr>
        <dsp:cNvPr id="0" name=""/>
        <dsp:cNvSpPr/>
      </dsp:nvSpPr>
      <dsp:spPr>
        <a:xfrm>
          <a:off x="0" y="28262"/>
          <a:ext cx="9445752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Senior data Analyst dans une Organisation nationale de lutte contre le faux-monnayage (ONCFM)dans la data</a:t>
          </a:r>
          <a:endParaRPr lang="en-US" sz="1800" kern="1200"/>
        </a:p>
      </dsp:txBody>
      <dsp:txXfrm>
        <a:off x="34954" y="63216"/>
        <a:ext cx="9375844" cy="646132"/>
      </dsp:txXfrm>
    </dsp:sp>
    <dsp:sp modelId="{6B707B7B-FF52-43C9-B86C-A0B7F758C1C2}">
      <dsp:nvSpPr>
        <dsp:cNvPr id="0" name=""/>
        <dsp:cNvSpPr/>
      </dsp:nvSpPr>
      <dsp:spPr>
        <a:xfrm>
          <a:off x="0" y="796142"/>
          <a:ext cx="9445752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Mission mise en place d’un algorithme pour identifier des contrefaçons des billets en euros</a:t>
          </a:r>
          <a:endParaRPr lang="en-US" sz="1800" kern="1200"/>
        </a:p>
      </dsp:txBody>
      <dsp:txXfrm>
        <a:off x="34954" y="831096"/>
        <a:ext cx="9375844" cy="646132"/>
      </dsp:txXfrm>
    </dsp:sp>
    <dsp:sp modelId="{E7A33AA0-C1F8-475B-90AE-AE9263B7A29B}">
      <dsp:nvSpPr>
        <dsp:cNvPr id="0" name=""/>
        <dsp:cNvSpPr/>
      </dsp:nvSpPr>
      <dsp:spPr>
        <a:xfrm>
          <a:off x="0" y="1564022"/>
          <a:ext cx="9445752" cy="71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Mise à disposition d’un notebook/ données de 1500 billets sous CSV/ Cahier des charges</a:t>
          </a:r>
          <a:endParaRPr lang="en-US" sz="1800" kern="1200"/>
        </a:p>
      </dsp:txBody>
      <dsp:txXfrm>
        <a:off x="34954" y="1598976"/>
        <a:ext cx="9375844" cy="6461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954B0A-B277-491F-BA32-2633A7435872}">
      <dsp:nvSpPr>
        <dsp:cNvPr id="0" name=""/>
        <dsp:cNvSpPr/>
      </dsp:nvSpPr>
      <dsp:spPr>
        <a:xfrm>
          <a:off x="6440" y="638680"/>
          <a:ext cx="2013299" cy="24159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869" tIns="0" rIns="198869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/>
            <a:t>Exploration et nettoyage des données</a:t>
          </a:r>
          <a:endParaRPr lang="en-US" sz="1300" kern="1200"/>
        </a:p>
      </dsp:txBody>
      <dsp:txXfrm>
        <a:off x="6440" y="1605063"/>
        <a:ext cx="2013299" cy="1449575"/>
      </dsp:txXfrm>
    </dsp:sp>
    <dsp:sp modelId="{09F3890B-EFAA-42FC-9B9A-EF13ED092C77}">
      <dsp:nvSpPr>
        <dsp:cNvPr id="0" name=""/>
        <dsp:cNvSpPr/>
      </dsp:nvSpPr>
      <dsp:spPr>
        <a:xfrm>
          <a:off x="6440" y="638680"/>
          <a:ext cx="2013299" cy="966383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869" tIns="165100" rIns="198869" bIns="16510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01</a:t>
          </a:r>
        </a:p>
      </dsp:txBody>
      <dsp:txXfrm>
        <a:off x="6440" y="638680"/>
        <a:ext cx="2013299" cy="966383"/>
      </dsp:txXfrm>
    </dsp:sp>
    <dsp:sp modelId="{0A3D599A-3A28-46BB-9A07-9251073CBDC1}">
      <dsp:nvSpPr>
        <dsp:cNvPr id="0" name=""/>
        <dsp:cNvSpPr/>
      </dsp:nvSpPr>
      <dsp:spPr>
        <a:xfrm>
          <a:off x="2153362" y="626986"/>
          <a:ext cx="2013299" cy="24159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869" tIns="0" rIns="198869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Analyse exploratoire des données</a:t>
          </a:r>
          <a:endParaRPr lang="en-US" sz="1300" kern="1200" dirty="0"/>
        </a:p>
      </dsp:txBody>
      <dsp:txXfrm>
        <a:off x="2153362" y="1593370"/>
        <a:ext cx="2013299" cy="1449575"/>
      </dsp:txXfrm>
    </dsp:sp>
    <dsp:sp modelId="{680E66F1-316F-4612-89FF-1E5F5F24892F}">
      <dsp:nvSpPr>
        <dsp:cNvPr id="0" name=""/>
        <dsp:cNvSpPr/>
      </dsp:nvSpPr>
      <dsp:spPr>
        <a:xfrm>
          <a:off x="2180803" y="638680"/>
          <a:ext cx="2013299" cy="966383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869" tIns="165100" rIns="198869" bIns="16510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02</a:t>
          </a:r>
        </a:p>
      </dsp:txBody>
      <dsp:txXfrm>
        <a:off x="2180803" y="638680"/>
        <a:ext cx="2013299" cy="966383"/>
      </dsp:txXfrm>
    </dsp:sp>
    <dsp:sp modelId="{8BAA5D3F-34CE-4314-A7A2-C0D493AFBA27}">
      <dsp:nvSpPr>
        <dsp:cNvPr id="0" name=""/>
        <dsp:cNvSpPr/>
      </dsp:nvSpPr>
      <dsp:spPr>
        <a:xfrm>
          <a:off x="4355166" y="638680"/>
          <a:ext cx="2013299" cy="24159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869" tIns="0" rIns="198869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Prétraitement des données</a:t>
          </a:r>
          <a:endParaRPr lang="en-US" sz="1300" kern="1200" dirty="0"/>
        </a:p>
      </dsp:txBody>
      <dsp:txXfrm>
        <a:off x="4355166" y="1605063"/>
        <a:ext cx="2013299" cy="1449575"/>
      </dsp:txXfrm>
    </dsp:sp>
    <dsp:sp modelId="{BFDCA079-0F71-42A9-A6F3-7457AEB34F04}">
      <dsp:nvSpPr>
        <dsp:cNvPr id="0" name=""/>
        <dsp:cNvSpPr/>
      </dsp:nvSpPr>
      <dsp:spPr>
        <a:xfrm>
          <a:off x="4355166" y="638680"/>
          <a:ext cx="2013299" cy="966383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869" tIns="165100" rIns="198869" bIns="16510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03</a:t>
          </a:r>
        </a:p>
      </dsp:txBody>
      <dsp:txXfrm>
        <a:off x="4355166" y="638680"/>
        <a:ext cx="2013299" cy="966383"/>
      </dsp:txXfrm>
    </dsp:sp>
    <dsp:sp modelId="{5639C17F-EDC8-478D-988C-669BA88C1F34}">
      <dsp:nvSpPr>
        <dsp:cNvPr id="0" name=""/>
        <dsp:cNvSpPr/>
      </dsp:nvSpPr>
      <dsp:spPr>
        <a:xfrm>
          <a:off x="6529529" y="638680"/>
          <a:ext cx="2013299" cy="24159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869" tIns="0" rIns="198869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/>
            <a:t>Modélisation</a:t>
          </a:r>
          <a:endParaRPr lang="en-US" sz="13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/>
            <a:t>Régression logistique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/>
            <a:t>K-Nearest Neighbors (KNN)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/>
            <a:t>Random Forest</a:t>
          </a:r>
          <a:endParaRPr lang="en-US" sz="10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000" kern="1200"/>
            <a:t>K-means</a:t>
          </a:r>
          <a:endParaRPr lang="en-US" sz="1000" kern="1200"/>
        </a:p>
      </dsp:txBody>
      <dsp:txXfrm>
        <a:off x="6529529" y="1605063"/>
        <a:ext cx="2013299" cy="1449575"/>
      </dsp:txXfrm>
    </dsp:sp>
    <dsp:sp modelId="{ED276248-556C-40B8-B926-2C39FDA4CEFC}">
      <dsp:nvSpPr>
        <dsp:cNvPr id="0" name=""/>
        <dsp:cNvSpPr/>
      </dsp:nvSpPr>
      <dsp:spPr>
        <a:xfrm>
          <a:off x="6529529" y="638680"/>
          <a:ext cx="2013299" cy="966383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869" tIns="165100" rIns="198869" bIns="16510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04</a:t>
          </a:r>
        </a:p>
      </dsp:txBody>
      <dsp:txXfrm>
        <a:off x="6529529" y="638680"/>
        <a:ext cx="2013299" cy="966383"/>
      </dsp:txXfrm>
    </dsp:sp>
    <dsp:sp modelId="{88582A91-59AB-4B98-B879-D226FAA260A8}">
      <dsp:nvSpPr>
        <dsp:cNvPr id="0" name=""/>
        <dsp:cNvSpPr/>
      </dsp:nvSpPr>
      <dsp:spPr>
        <a:xfrm>
          <a:off x="8703892" y="638680"/>
          <a:ext cx="2013299" cy="24159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869" tIns="0" rIns="198869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Programme de détection des faux billets</a:t>
          </a:r>
          <a:endParaRPr lang="en-US" sz="1300" kern="1200" dirty="0"/>
        </a:p>
      </dsp:txBody>
      <dsp:txXfrm>
        <a:off x="8703892" y="1605063"/>
        <a:ext cx="2013299" cy="1449575"/>
      </dsp:txXfrm>
    </dsp:sp>
    <dsp:sp modelId="{9E61E699-CB14-480C-A0F7-1D0BACE72780}">
      <dsp:nvSpPr>
        <dsp:cNvPr id="0" name=""/>
        <dsp:cNvSpPr/>
      </dsp:nvSpPr>
      <dsp:spPr>
        <a:xfrm>
          <a:off x="8703892" y="638680"/>
          <a:ext cx="2013299" cy="966383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869" tIns="165100" rIns="198869" bIns="16510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05</a:t>
          </a:r>
        </a:p>
      </dsp:txBody>
      <dsp:txXfrm>
        <a:off x="8703892" y="638680"/>
        <a:ext cx="2013299" cy="9663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assrooms.com/fr/paths/804/projects/1584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E5C33591-62B1-46A2-CDD9-8A99D0DD83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981" b="13502"/>
          <a:stretch>
            <a:fillRect/>
          </a:stretch>
        </p:blipFill>
        <p:spPr>
          <a:xfrm>
            <a:off x="-1" y="-1"/>
            <a:ext cx="12192001" cy="4883281"/>
          </a:xfrm>
          <a:prstGeom prst="rect">
            <a:avLst/>
          </a:prstGeom>
        </p:spPr>
      </p:pic>
      <p:sp>
        <p:nvSpPr>
          <p:cNvPr id="17" name="Freeform 9">
            <a:extLst>
              <a:ext uri="{FF2B5EF4-FFF2-40B4-BE49-F238E27FC236}">
                <a16:creationId xmlns:a16="http://schemas.microsoft.com/office/drawing/2014/main" id="{AFB83730-58A8-42CA-90B3-5D5D2D1B0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547642"/>
            <a:ext cx="12192000" cy="2332906"/>
          </a:xfrm>
          <a:custGeom>
            <a:avLst/>
            <a:gdLst>
              <a:gd name="connsiteX0" fmla="*/ 0 w 12192000"/>
              <a:gd name="connsiteY0" fmla="*/ 0 h 2332906"/>
              <a:gd name="connsiteX1" fmla="*/ 1996017 w 12192000"/>
              <a:gd name="connsiteY1" fmla="*/ 0 h 2332906"/>
              <a:gd name="connsiteX2" fmla="*/ 2377017 w 12192000"/>
              <a:gd name="connsiteY2" fmla="*/ 263783 h 2332906"/>
              <a:gd name="connsiteX3" fmla="*/ 2385484 w 12192000"/>
              <a:gd name="connsiteY3" fmla="*/ 266713 h 2332906"/>
              <a:gd name="connsiteX4" fmla="*/ 2398184 w 12192000"/>
              <a:gd name="connsiteY4" fmla="*/ 271110 h 2332906"/>
              <a:gd name="connsiteX5" fmla="*/ 2410883 w 12192000"/>
              <a:gd name="connsiteY5" fmla="*/ 275506 h 2332906"/>
              <a:gd name="connsiteX6" fmla="*/ 2421467 w 12192000"/>
              <a:gd name="connsiteY6" fmla="*/ 275506 h 2332906"/>
              <a:gd name="connsiteX7" fmla="*/ 2434167 w 12192000"/>
              <a:gd name="connsiteY7" fmla="*/ 275506 h 2332906"/>
              <a:gd name="connsiteX8" fmla="*/ 2444750 w 12192000"/>
              <a:gd name="connsiteY8" fmla="*/ 271110 h 2332906"/>
              <a:gd name="connsiteX9" fmla="*/ 2457450 w 12192000"/>
              <a:gd name="connsiteY9" fmla="*/ 266713 h 2332906"/>
              <a:gd name="connsiteX10" fmla="*/ 2465917 w 12192000"/>
              <a:gd name="connsiteY10" fmla="*/ 263783 h 2332906"/>
              <a:gd name="connsiteX11" fmla="*/ 2846917 w 12192000"/>
              <a:gd name="connsiteY11" fmla="*/ 0 h 2332906"/>
              <a:gd name="connsiteX12" fmla="*/ 12192000 w 12192000"/>
              <a:gd name="connsiteY12" fmla="*/ 0 h 2332906"/>
              <a:gd name="connsiteX13" fmla="*/ 12192000 w 12192000"/>
              <a:gd name="connsiteY13" fmla="*/ 2332906 h 2332906"/>
              <a:gd name="connsiteX14" fmla="*/ 0 w 12192000"/>
              <a:gd name="connsiteY14" fmla="*/ 2332906 h 2332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2332906">
                <a:moveTo>
                  <a:pt x="0" y="0"/>
                </a:moveTo>
                <a:lnTo>
                  <a:pt x="1996017" y="0"/>
                </a:lnTo>
                <a:lnTo>
                  <a:pt x="2377017" y="263783"/>
                </a:lnTo>
                <a:lnTo>
                  <a:pt x="2385484" y="266713"/>
                </a:lnTo>
                <a:lnTo>
                  <a:pt x="2398184" y="271110"/>
                </a:lnTo>
                <a:lnTo>
                  <a:pt x="2410883" y="275506"/>
                </a:lnTo>
                <a:lnTo>
                  <a:pt x="2421467" y="275506"/>
                </a:lnTo>
                <a:lnTo>
                  <a:pt x="2434167" y="275506"/>
                </a:lnTo>
                <a:lnTo>
                  <a:pt x="2444750" y="271110"/>
                </a:lnTo>
                <a:lnTo>
                  <a:pt x="2457450" y="266713"/>
                </a:lnTo>
                <a:lnTo>
                  <a:pt x="2465917" y="263783"/>
                </a:lnTo>
                <a:lnTo>
                  <a:pt x="2846917" y="0"/>
                </a:lnTo>
                <a:lnTo>
                  <a:pt x="12192000" y="0"/>
                </a:lnTo>
                <a:lnTo>
                  <a:pt x="12192000" y="2332906"/>
                </a:lnTo>
                <a:lnTo>
                  <a:pt x="0" y="2332906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C77DFD9-4625-0B92-019A-A16726AC3E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2401" y="5232318"/>
            <a:ext cx="10572000" cy="433064"/>
          </a:xfrm>
        </p:spPr>
        <p:txBody>
          <a:bodyPr>
            <a:normAutofit/>
          </a:bodyPr>
          <a:lstStyle/>
          <a:p>
            <a:r>
              <a:rPr lang="fr-FR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Détectez des faux billets avec R ou Python</a:t>
            </a:r>
            <a:endParaRPr lang="fr-FR" sz="2000" dirty="0"/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9AA0D459-9548-2F74-ADFF-C32C654B1100}"/>
              </a:ext>
            </a:extLst>
          </p:cNvPr>
          <p:cNvSpPr txBox="1">
            <a:spLocks/>
          </p:cNvSpPr>
          <p:nvPr/>
        </p:nvSpPr>
        <p:spPr>
          <a:xfrm>
            <a:off x="962401" y="5746510"/>
            <a:ext cx="10572000" cy="43306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Tharinyan PATHMANATHAN Data </a:t>
            </a:r>
            <a:r>
              <a:rPr lang="fr-FR" dirty="0" err="1"/>
              <a:t>Analyst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26726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665C4C-A6E2-CDB7-95CE-C3BBAD7CF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9">
            <a:extLst>
              <a:ext uri="{FF2B5EF4-FFF2-40B4-BE49-F238E27FC236}">
                <a16:creationId xmlns:a16="http://schemas.microsoft.com/office/drawing/2014/main" id="{8558D291-A2D8-329C-9C52-AF6EB5878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547642"/>
            <a:ext cx="12192000" cy="2332906"/>
          </a:xfrm>
          <a:custGeom>
            <a:avLst/>
            <a:gdLst>
              <a:gd name="connsiteX0" fmla="*/ 0 w 12192000"/>
              <a:gd name="connsiteY0" fmla="*/ 0 h 2332906"/>
              <a:gd name="connsiteX1" fmla="*/ 1996017 w 12192000"/>
              <a:gd name="connsiteY1" fmla="*/ 0 h 2332906"/>
              <a:gd name="connsiteX2" fmla="*/ 2377017 w 12192000"/>
              <a:gd name="connsiteY2" fmla="*/ 263783 h 2332906"/>
              <a:gd name="connsiteX3" fmla="*/ 2385484 w 12192000"/>
              <a:gd name="connsiteY3" fmla="*/ 266713 h 2332906"/>
              <a:gd name="connsiteX4" fmla="*/ 2398184 w 12192000"/>
              <a:gd name="connsiteY4" fmla="*/ 271110 h 2332906"/>
              <a:gd name="connsiteX5" fmla="*/ 2410883 w 12192000"/>
              <a:gd name="connsiteY5" fmla="*/ 275506 h 2332906"/>
              <a:gd name="connsiteX6" fmla="*/ 2421467 w 12192000"/>
              <a:gd name="connsiteY6" fmla="*/ 275506 h 2332906"/>
              <a:gd name="connsiteX7" fmla="*/ 2434167 w 12192000"/>
              <a:gd name="connsiteY7" fmla="*/ 275506 h 2332906"/>
              <a:gd name="connsiteX8" fmla="*/ 2444750 w 12192000"/>
              <a:gd name="connsiteY8" fmla="*/ 271110 h 2332906"/>
              <a:gd name="connsiteX9" fmla="*/ 2457450 w 12192000"/>
              <a:gd name="connsiteY9" fmla="*/ 266713 h 2332906"/>
              <a:gd name="connsiteX10" fmla="*/ 2465917 w 12192000"/>
              <a:gd name="connsiteY10" fmla="*/ 263783 h 2332906"/>
              <a:gd name="connsiteX11" fmla="*/ 2846917 w 12192000"/>
              <a:gd name="connsiteY11" fmla="*/ 0 h 2332906"/>
              <a:gd name="connsiteX12" fmla="*/ 12192000 w 12192000"/>
              <a:gd name="connsiteY12" fmla="*/ 0 h 2332906"/>
              <a:gd name="connsiteX13" fmla="*/ 12192000 w 12192000"/>
              <a:gd name="connsiteY13" fmla="*/ 2332906 h 2332906"/>
              <a:gd name="connsiteX14" fmla="*/ 0 w 12192000"/>
              <a:gd name="connsiteY14" fmla="*/ 2332906 h 2332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2332906">
                <a:moveTo>
                  <a:pt x="0" y="0"/>
                </a:moveTo>
                <a:lnTo>
                  <a:pt x="1996017" y="0"/>
                </a:lnTo>
                <a:lnTo>
                  <a:pt x="2377017" y="263783"/>
                </a:lnTo>
                <a:lnTo>
                  <a:pt x="2385484" y="266713"/>
                </a:lnTo>
                <a:lnTo>
                  <a:pt x="2398184" y="271110"/>
                </a:lnTo>
                <a:lnTo>
                  <a:pt x="2410883" y="275506"/>
                </a:lnTo>
                <a:lnTo>
                  <a:pt x="2421467" y="275506"/>
                </a:lnTo>
                <a:lnTo>
                  <a:pt x="2434167" y="275506"/>
                </a:lnTo>
                <a:lnTo>
                  <a:pt x="2444750" y="271110"/>
                </a:lnTo>
                <a:lnTo>
                  <a:pt x="2457450" y="266713"/>
                </a:lnTo>
                <a:lnTo>
                  <a:pt x="2465917" y="263783"/>
                </a:lnTo>
                <a:lnTo>
                  <a:pt x="2846917" y="0"/>
                </a:lnTo>
                <a:lnTo>
                  <a:pt x="12192000" y="0"/>
                </a:lnTo>
                <a:lnTo>
                  <a:pt x="12192000" y="2332906"/>
                </a:lnTo>
                <a:lnTo>
                  <a:pt x="0" y="2332906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EF4EBF7-AEF0-93FC-7A92-44B6171C4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312" y="245362"/>
            <a:ext cx="10604759" cy="659894"/>
          </a:xfrm>
        </p:spPr>
        <p:txBody>
          <a:bodyPr>
            <a:noAutofit/>
          </a:bodyPr>
          <a:lstStyle/>
          <a:p>
            <a:pPr algn="ctr"/>
            <a:r>
              <a:rPr lang="fr-FR" sz="2400" dirty="0"/>
              <a:t>Contexte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17CBFF89-2CBB-0B06-D935-B8C812301945}"/>
              </a:ext>
            </a:extLst>
          </p:cNvPr>
          <p:cNvSpPr txBox="1">
            <a:spLocks/>
          </p:cNvSpPr>
          <p:nvPr/>
        </p:nvSpPr>
        <p:spPr>
          <a:xfrm>
            <a:off x="962401" y="5746510"/>
            <a:ext cx="10572000" cy="43306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Tharinyan PATHMANATHAN Data </a:t>
            </a:r>
            <a:r>
              <a:rPr lang="fr-FR" dirty="0" err="1"/>
              <a:t>Analyst</a:t>
            </a:r>
            <a:r>
              <a:rPr lang="fr-FR" dirty="0"/>
              <a:t> </a:t>
            </a:r>
          </a:p>
        </p:txBody>
      </p:sp>
      <p:graphicFrame>
        <p:nvGraphicFramePr>
          <p:cNvPr id="19" name="ZoneTexte 1">
            <a:extLst>
              <a:ext uri="{FF2B5EF4-FFF2-40B4-BE49-F238E27FC236}">
                <a16:creationId xmlns:a16="http://schemas.microsoft.com/office/drawing/2014/main" id="{61860524-5B37-FA26-3E9D-7BF9EC79B818}"/>
              </a:ext>
            </a:extLst>
          </p:cNvPr>
          <p:cNvGraphicFramePr/>
          <p:nvPr/>
        </p:nvGraphicFramePr>
        <p:xfrm>
          <a:off x="438912" y="1078992"/>
          <a:ext cx="9445752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7607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8519C-B3F5-5E78-8308-CFCFBC5BE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9">
            <a:extLst>
              <a:ext uri="{FF2B5EF4-FFF2-40B4-BE49-F238E27FC236}">
                <a16:creationId xmlns:a16="http://schemas.microsoft.com/office/drawing/2014/main" id="{68365AA8-B10A-2360-C3E2-B2B18B8B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547642"/>
            <a:ext cx="12192000" cy="2332906"/>
          </a:xfrm>
          <a:custGeom>
            <a:avLst/>
            <a:gdLst>
              <a:gd name="connsiteX0" fmla="*/ 0 w 12192000"/>
              <a:gd name="connsiteY0" fmla="*/ 0 h 2332906"/>
              <a:gd name="connsiteX1" fmla="*/ 1996017 w 12192000"/>
              <a:gd name="connsiteY1" fmla="*/ 0 h 2332906"/>
              <a:gd name="connsiteX2" fmla="*/ 2377017 w 12192000"/>
              <a:gd name="connsiteY2" fmla="*/ 263783 h 2332906"/>
              <a:gd name="connsiteX3" fmla="*/ 2385484 w 12192000"/>
              <a:gd name="connsiteY3" fmla="*/ 266713 h 2332906"/>
              <a:gd name="connsiteX4" fmla="*/ 2398184 w 12192000"/>
              <a:gd name="connsiteY4" fmla="*/ 271110 h 2332906"/>
              <a:gd name="connsiteX5" fmla="*/ 2410883 w 12192000"/>
              <a:gd name="connsiteY5" fmla="*/ 275506 h 2332906"/>
              <a:gd name="connsiteX6" fmla="*/ 2421467 w 12192000"/>
              <a:gd name="connsiteY6" fmla="*/ 275506 h 2332906"/>
              <a:gd name="connsiteX7" fmla="*/ 2434167 w 12192000"/>
              <a:gd name="connsiteY7" fmla="*/ 275506 h 2332906"/>
              <a:gd name="connsiteX8" fmla="*/ 2444750 w 12192000"/>
              <a:gd name="connsiteY8" fmla="*/ 271110 h 2332906"/>
              <a:gd name="connsiteX9" fmla="*/ 2457450 w 12192000"/>
              <a:gd name="connsiteY9" fmla="*/ 266713 h 2332906"/>
              <a:gd name="connsiteX10" fmla="*/ 2465917 w 12192000"/>
              <a:gd name="connsiteY10" fmla="*/ 263783 h 2332906"/>
              <a:gd name="connsiteX11" fmla="*/ 2846917 w 12192000"/>
              <a:gd name="connsiteY11" fmla="*/ 0 h 2332906"/>
              <a:gd name="connsiteX12" fmla="*/ 12192000 w 12192000"/>
              <a:gd name="connsiteY12" fmla="*/ 0 h 2332906"/>
              <a:gd name="connsiteX13" fmla="*/ 12192000 w 12192000"/>
              <a:gd name="connsiteY13" fmla="*/ 2332906 h 2332906"/>
              <a:gd name="connsiteX14" fmla="*/ 0 w 12192000"/>
              <a:gd name="connsiteY14" fmla="*/ 2332906 h 2332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2332906">
                <a:moveTo>
                  <a:pt x="0" y="0"/>
                </a:moveTo>
                <a:lnTo>
                  <a:pt x="1996017" y="0"/>
                </a:lnTo>
                <a:lnTo>
                  <a:pt x="2377017" y="263783"/>
                </a:lnTo>
                <a:lnTo>
                  <a:pt x="2385484" y="266713"/>
                </a:lnTo>
                <a:lnTo>
                  <a:pt x="2398184" y="271110"/>
                </a:lnTo>
                <a:lnTo>
                  <a:pt x="2410883" y="275506"/>
                </a:lnTo>
                <a:lnTo>
                  <a:pt x="2421467" y="275506"/>
                </a:lnTo>
                <a:lnTo>
                  <a:pt x="2434167" y="275506"/>
                </a:lnTo>
                <a:lnTo>
                  <a:pt x="2444750" y="271110"/>
                </a:lnTo>
                <a:lnTo>
                  <a:pt x="2457450" y="266713"/>
                </a:lnTo>
                <a:lnTo>
                  <a:pt x="2465917" y="263783"/>
                </a:lnTo>
                <a:lnTo>
                  <a:pt x="2846917" y="0"/>
                </a:lnTo>
                <a:lnTo>
                  <a:pt x="12192000" y="0"/>
                </a:lnTo>
                <a:lnTo>
                  <a:pt x="12192000" y="2332906"/>
                </a:lnTo>
                <a:lnTo>
                  <a:pt x="0" y="2332906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CBBD5DF-4DF2-D980-D257-12486AD50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312" y="245362"/>
            <a:ext cx="10604759" cy="659894"/>
          </a:xfrm>
        </p:spPr>
        <p:txBody>
          <a:bodyPr>
            <a:noAutofit/>
          </a:bodyPr>
          <a:lstStyle/>
          <a:p>
            <a:pPr algn="ctr"/>
            <a:r>
              <a:rPr lang="fr-FR" sz="2400" dirty="0"/>
              <a:t>Déroulement de la mission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3F213F4E-9D6E-9656-92AA-7536F4A4168F}"/>
              </a:ext>
            </a:extLst>
          </p:cNvPr>
          <p:cNvSpPr txBox="1">
            <a:spLocks/>
          </p:cNvSpPr>
          <p:nvPr/>
        </p:nvSpPr>
        <p:spPr>
          <a:xfrm>
            <a:off x="962401" y="5746510"/>
            <a:ext cx="10572000" cy="43306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Tharinyan PATHMANATHAN Data </a:t>
            </a:r>
            <a:r>
              <a:rPr lang="fr-FR" dirty="0" err="1"/>
              <a:t>Analyst</a:t>
            </a:r>
            <a:r>
              <a:rPr lang="fr-FR" dirty="0"/>
              <a:t> </a:t>
            </a:r>
          </a:p>
        </p:txBody>
      </p:sp>
      <p:graphicFrame>
        <p:nvGraphicFramePr>
          <p:cNvPr id="19" name="ZoneTexte 4">
            <a:extLst>
              <a:ext uri="{FF2B5EF4-FFF2-40B4-BE49-F238E27FC236}">
                <a16:creationId xmlns:a16="http://schemas.microsoft.com/office/drawing/2014/main" id="{3E21535D-3BBB-BE9F-11F8-7009093834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9499581"/>
              </p:ext>
            </p:extLst>
          </p:nvPr>
        </p:nvGraphicFramePr>
        <p:xfrm>
          <a:off x="258312" y="905256"/>
          <a:ext cx="10723632" cy="36933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5659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3D4749-52C4-AC8D-2815-6B9663F11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9">
            <a:extLst>
              <a:ext uri="{FF2B5EF4-FFF2-40B4-BE49-F238E27FC236}">
                <a16:creationId xmlns:a16="http://schemas.microsoft.com/office/drawing/2014/main" id="{5D75C893-D102-0178-921D-39A692488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547642"/>
            <a:ext cx="12192000" cy="2332906"/>
          </a:xfrm>
          <a:custGeom>
            <a:avLst/>
            <a:gdLst>
              <a:gd name="connsiteX0" fmla="*/ 0 w 12192000"/>
              <a:gd name="connsiteY0" fmla="*/ 0 h 2332906"/>
              <a:gd name="connsiteX1" fmla="*/ 1996017 w 12192000"/>
              <a:gd name="connsiteY1" fmla="*/ 0 h 2332906"/>
              <a:gd name="connsiteX2" fmla="*/ 2377017 w 12192000"/>
              <a:gd name="connsiteY2" fmla="*/ 263783 h 2332906"/>
              <a:gd name="connsiteX3" fmla="*/ 2385484 w 12192000"/>
              <a:gd name="connsiteY3" fmla="*/ 266713 h 2332906"/>
              <a:gd name="connsiteX4" fmla="*/ 2398184 w 12192000"/>
              <a:gd name="connsiteY4" fmla="*/ 271110 h 2332906"/>
              <a:gd name="connsiteX5" fmla="*/ 2410883 w 12192000"/>
              <a:gd name="connsiteY5" fmla="*/ 275506 h 2332906"/>
              <a:gd name="connsiteX6" fmla="*/ 2421467 w 12192000"/>
              <a:gd name="connsiteY6" fmla="*/ 275506 h 2332906"/>
              <a:gd name="connsiteX7" fmla="*/ 2434167 w 12192000"/>
              <a:gd name="connsiteY7" fmla="*/ 275506 h 2332906"/>
              <a:gd name="connsiteX8" fmla="*/ 2444750 w 12192000"/>
              <a:gd name="connsiteY8" fmla="*/ 271110 h 2332906"/>
              <a:gd name="connsiteX9" fmla="*/ 2457450 w 12192000"/>
              <a:gd name="connsiteY9" fmla="*/ 266713 h 2332906"/>
              <a:gd name="connsiteX10" fmla="*/ 2465917 w 12192000"/>
              <a:gd name="connsiteY10" fmla="*/ 263783 h 2332906"/>
              <a:gd name="connsiteX11" fmla="*/ 2846917 w 12192000"/>
              <a:gd name="connsiteY11" fmla="*/ 0 h 2332906"/>
              <a:gd name="connsiteX12" fmla="*/ 12192000 w 12192000"/>
              <a:gd name="connsiteY12" fmla="*/ 0 h 2332906"/>
              <a:gd name="connsiteX13" fmla="*/ 12192000 w 12192000"/>
              <a:gd name="connsiteY13" fmla="*/ 2332906 h 2332906"/>
              <a:gd name="connsiteX14" fmla="*/ 0 w 12192000"/>
              <a:gd name="connsiteY14" fmla="*/ 2332906 h 2332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2332906">
                <a:moveTo>
                  <a:pt x="0" y="0"/>
                </a:moveTo>
                <a:lnTo>
                  <a:pt x="1996017" y="0"/>
                </a:lnTo>
                <a:lnTo>
                  <a:pt x="2377017" y="263783"/>
                </a:lnTo>
                <a:lnTo>
                  <a:pt x="2385484" y="266713"/>
                </a:lnTo>
                <a:lnTo>
                  <a:pt x="2398184" y="271110"/>
                </a:lnTo>
                <a:lnTo>
                  <a:pt x="2410883" y="275506"/>
                </a:lnTo>
                <a:lnTo>
                  <a:pt x="2421467" y="275506"/>
                </a:lnTo>
                <a:lnTo>
                  <a:pt x="2434167" y="275506"/>
                </a:lnTo>
                <a:lnTo>
                  <a:pt x="2444750" y="271110"/>
                </a:lnTo>
                <a:lnTo>
                  <a:pt x="2457450" y="266713"/>
                </a:lnTo>
                <a:lnTo>
                  <a:pt x="2465917" y="263783"/>
                </a:lnTo>
                <a:lnTo>
                  <a:pt x="2846917" y="0"/>
                </a:lnTo>
                <a:lnTo>
                  <a:pt x="12192000" y="0"/>
                </a:lnTo>
                <a:lnTo>
                  <a:pt x="12192000" y="2332906"/>
                </a:lnTo>
                <a:lnTo>
                  <a:pt x="0" y="2332906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C049D87-0ABB-87A9-CA24-D42DC47C1F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312" y="245362"/>
            <a:ext cx="10604759" cy="659894"/>
          </a:xfrm>
        </p:spPr>
        <p:txBody>
          <a:bodyPr>
            <a:noAutofit/>
          </a:bodyPr>
          <a:lstStyle/>
          <a:p>
            <a:pPr algn="ctr"/>
            <a:r>
              <a:rPr lang="fr-FR" sz="2400" dirty="0"/>
              <a:t>Outils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A61E2104-C37F-0959-4473-ABC56DD0D488}"/>
              </a:ext>
            </a:extLst>
          </p:cNvPr>
          <p:cNvSpPr txBox="1">
            <a:spLocks/>
          </p:cNvSpPr>
          <p:nvPr/>
        </p:nvSpPr>
        <p:spPr>
          <a:xfrm>
            <a:off x="962401" y="5746510"/>
            <a:ext cx="10572000" cy="43306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Tharinyan PATHMANATHAN Data </a:t>
            </a:r>
            <a:r>
              <a:rPr lang="fr-FR" dirty="0" err="1"/>
              <a:t>Analyst</a:t>
            </a:r>
            <a:r>
              <a:rPr lang="fr-FR" dirty="0"/>
              <a:t>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6C1988C-0508-468E-EA79-AED9E2798C25}"/>
              </a:ext>
            </a:extLst>
          </p:cNvPr>
          <p:cNvSpPr txBox="1"/>
          <p:nvPr/>
        </p:nvSpPr>
        <p:spPr>
          <a:xfrm>
            <a:off x="258312" y="905256"/>
            <a:ext cx="10723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Programmation sous python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47A3BF0-2621-66C5-4C21-480B0B903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18" y="1698744"/>
            <a:ext cx="2486372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2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6AB2C3-30F9-ECA5-B7D6-330D024FA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9">
            <a:extLst>
              <a:ext uri="{FF2B5EF4-FFF2-40B4-BE49-F238E27FC236}">
                <a16:creationId xmlns:a16="http://schemas.microsoft.com/office/drawing/2014/main" id="{843B946F-298F-C30E-7DF2-1B468DA1F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547642"/>
            <a:ext cx="12192000" cy="2332906"/>
          </a:xfrm>
          <a:custGeom>
            <a:avLst/>
            <a:gdLst>
              <a:gd name="connsiteX0" fmla="*/ 0 w 12192000"/>
              <a:gd name="connsiteY0" fmla="*/ 0 h 2332906"/>
              <a:gd name="connsiteX1" fmla="*/ 1996017 w 12192000"/>
              <a:gd name="connsiteY1" fmla="*/ 0 h 2332906"/>
              <a:gd name="connsiteX2" fmla="*/ 2377017 w 12192000"/>
              <a:gd name="connsiteY2" fmla="*/ 263783 h 2332906"/>
              <a:gd name="connsiteX3" fmla="*/ 2385484 w 12192000"/>
              <a:gd name="connsiteY3" fmla="*/ 266713 h 2332906"/>
              <a:gd name="connsiteX4" fmla="*/ 2398184 w 12192000"/>
              <a:gd name="connsiteY4" fmla="*/ 271110 h 2332906"/>
              <a:gd name="connsiteX5" fmla="*/ 2410883 w 12192000"/>
              <a:gd name="connsiteY5" fmla="*/ 275506 h 2332906"/>
              <a:gd name="connsiteX6" fmla="*/ 2421467 w 12192000"/>
              <a:gd name="connsiteY6" fmla="*/ 275506 h 2332906"/>
              <a:gd name="connsiteX7" fmla="*/ 2434167 w 12192000"/>
              <a:gd name="connsiteY7" fmla="*/ 275506 h 2332906"/>
              <a:gd name="connsiteX8" fmla="*/ 2444750 w 12192000"/>
              <a:gd name="connsiteY8" fmla="*/ 271110 h 2332906"/>
              <a:gd name="connsiteX9" fmla="*/ 2457450 w 12192000"/>
              <a:gd name="connsiteY9" fmla="*/ 266713 h 2332906"/>
              <a:gd name="connsiteX10" fmla="*/ 2465917 w 12192000"/>
              <a:gd name="connsiteY10" fmla="*/ 263783 h 2332906"/>
              <a:gd name="connsiteX11" fmla="*/ 2846917 w 12192000"/>
              <a:gd name="connsiteY11" fmla="*/ 0 h 2332906"/>
              <a:gd name="connsiteX12" fmla="*/ 12192000 w 12192000"/>
              <a:gd name="connsiteY12" fmla="*/ 0 h 2332906"/>
              <a:gd name="connsiteX13" fmla="*/ 12192000 w 12192000"/>
              <a:gd name="connsiteY13" fmla="*/ 2332906 h 2332906"/>
              <a:gd name="connsiteX14" fmla="*/ 0 w 12192000"/>
              <a:gd name="connsiteY14" fmla="*/ 2332906 h 2332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2332906">
                <a:moveTo>
                  <a:pt x="0" y="0"/>
                </a:moveTo>
                <a:lnTo>
                  <a:pt x="1996017" y="0"/>
                </a:lnTo>
                <a:lnTo>
                  <a:pt x="2377017" y="263783"/>
                </a:lnTo>
                <a:lnTo>
                  <a:pt x="2385484" y="266713"/>
                </a:lnTo>
                <a:lnTo>
                  <a:pt x="2398184" y="271110"/>
                </a:lnTo>
                <a:lnTo>
                  <a:pt x="2410883" y="275506"/>
                </a:lnTo>
                <a:lnTo>
                  <a:pt x="2421467" y="275506"/>
                </a:lnTo>
                <a:lnTo>
                  <a:pt x="2434167" y="275506"/>
                </a:lnTo>
                <a:lnTo>
                  <a:pt x="2444750" y="271110"/>
                </a:lnTo>
                <a:lnTo>
                  <a:pt x="2457450" y="266713"/>
                </a:lnTo>
                <a:lnTo>
                  <a:pt x="2465917" y="263783"/>
                </a:lnTo>
                <a:lnTo>
                  <a:pt x="2846917" y="0"/>
                </a:lnTo>
                <a:lnTo>
                  <a:pt x="12192000" y="0"/>
                </a:lnTo>
                <a:lnTo>
                  <a:pt x="12192000" y="2332906"/>
                </a:lnTo>
                <a:lnTo>
                  <a:pt x="0" y="2332906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C4A8708-EE78-9799-D990-8DCAE8CCE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312" y="245362"/>
            <a:ext cx="10604759" cy="659894"/>
          </a:xfrm>
        </p:spPr>
        <p:txBody>
          <a:bodyPr>
            <a:noAutofit/>
          </a:bodyPr>
          <a:lstStyle/>
          <a:p>
            <a:pPr algn="ctr"/>
            <a:r>
              <a:rPr lang="fr-FR" sz="2400" dirty="0"/>
              <a:t>Exploration et nettoyage des données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CBE69E9B-F8DC-05F2-8586-B56407E18C6F}"/>
              </a:ext>
            </a:extLst>
          </p:cNvPr>
          <p:cNvSpPr txBox="1">
            <a:spLocks/>
          </p:cNvSpPr>
          <p:nvPr/>
        </p:nvSpPr>
        <p:spPr>
          <a:xfrm>
            <a:off x="962401" y="5746510"/>
            <a:ext cx="10572000" cy="43306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Tharinyan PATHMANATHAN Data </a:t>
            </a:r>
            <a:r>
              <a:rPr lang="fr-FR" dirty="0" err="1"/>
              <a:t>Analyst</a:t>
            </a:r>
            <a:r>
              <a:rPr lang="fr-FR" dirty="0"/>
              <a:t>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F073065-8BA4-3047-0A56-BA84DD413C3F}"/>
              </a:ext>
            </a:extLst>
          </p:cNvPr>
          <p:cNvSpPr txBox="1"/>
          <p:nvPr/>
        </p:nvSpPr>
        <p:spPr>
          <a:xfrm>
            <a:off x="4187952" y="1315641"/>
            <a:ext cx="298094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bg1"/>
                </a:solidFill>
              </a:rPr>
              <a:t>1500 billets (1000 vrais/500 faux)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bg1"/>
                </a:solidFill>
              </a:rPr>
              <a:t>1 variable qualitative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bg1"/>
                </a:solidFill>
              </a:rPr>
              <a:t>6 variables quantitatives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bg1"/>
                </a:solidFill>
              </a:rPr>
              <a:t>Pas de valeur aberrante!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bg1"/>
                </a:solidFill>
              </a:rPr>
              <a:t>Pas de doublons!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bg1"/>
                </a:solidFill>
              </a:rPr>
              <a:t>37 valeurs nulle dans la variable (</a:t>
            </a:r>
            <a:r>
              <a:rPr lang="fr-FR" dirty="0" err="1">
                <a:solidFill>
                  <a:schemeClr val="bg1"/>
                </a:solidFill>
              </a:rPr>
              <a:t>margin_low</a:t>
            </a:r>
            <a:r>
              <a:rPr lang="fr-FR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FontTx/>
              <a:buChar char="-"/>
            </a:pPr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54B83A2-7524-6400-0D21-1F427C571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85" y="1135551"/>
            <a:ext cx="2362530" cy="159089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BE8776F-D0EE-DDE7-4E43-80FC17571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681" y="1022068"/>
            <a:ext cx="4353533" cy="174331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2AAE8FE-2A50-A6A0-BA73-FBB7311798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85" y="3162300"/>
            <a:ext cx="2095792" cy="118126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A5E853B-9A45-118B-D099-9CA8477C2F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7953" y="2920875"/>
            <a:ext cx="2276793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021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09FDB7-392E-1DEA-7ED6-B7B8440F5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Exploration et nettoyage des données</a:t>
            </a:r>
            <a:br>
              <a:rPr lang="fr-FR" dirty="0"/>
            </a:br>
            <a:r>
              <a:rPr lang="fr-FR" sz="2000" dirty="0"/>
              <a:t>Enrichissement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0BB7E9-FC9A-117D-6842-1D808E31D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44" y="1728511"/>
            <a:ext cx="10373544" cy="2020529"/>
          </a:xfrm>
        </p:spPr>
        <p:txBody>
          <a:bodyPr/>
          <a:lstStyle/>
          <a:p>
            <a:pPr marL="0" indent="0">
              <a:buNone/>
            </a:pPr>
            <a:r>
              <a:rPr lang="fr-FR"/>
              <a:t>Régression linéaire multiple (Définition) : La régression linéaire multiple est une méthode d'analyse statistique utilisée pour prédire une variable dépendante continue à partir de deux ou plusieurs variables indépendantes 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E6730F4-C3CA-5517-D7E8-76D7BB453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3253206"/>
            <a:ext cx="4410452" cy="336219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F9532E6-7C0B-BDBD-B88D-C1CC07C35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482" y="3505200"/>
            <a:ext cx="2219635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412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349FA0-78A1-78DE-568D-A9E94D290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 fontScale="90000"/>
          </a:bodyPr>
          <a:lstStyle/>
          <a:p>
            <a:r>
              <a:rPr lang="fr-FR" dirty="0"/>
              <a:t>Analyse descriptive des données</a:t>
            </a:r>
            <a:br>
              <a:rPr lang="fr-FR" dirty="0"/>
            </a:br>
            <a:r>
              <a:rPr lang="fr-FR" sz="2400" dirty="0"/>
              <a:t>Corrélation des variables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5D7444-2C99-7A6B-5F00-5B82E9F75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3" y="2413000"/>
            <a:ext cx="3835583" cy="3632200"/>
          </a:xfrm>
        </p:spPr>
        <p:txBody>
          <a:bodyPr>
            <a:normAutofit/>
          </a:bodyPr>
          <a:lstStyle/>
          <a:p>
            <a:r>
              <a:rPr lang="fr-FR" sz="1600" dirty="0"/>
              <a:t>Les 2 variables quantitatives les plus corrélés sont '</a:t>
            </a:r>
            <a:r>
              <a:rPr lang="fr-FR" sz="1600" dirty="0" err="1"/>
              <a:t>length</a:t>
            </a:r>
            <a:r>
              <a:rPr lang="fr-FR" sz="1600" dirty="0"/>
              <a:t>' et '</a:t>
            </a:r>
            <a:r>
              <a:rPr lang="fr-FR" sz="1600" dirty="0" err="1"/>
              <a:t>margin_low</a:t>
            </a:r>
            <a:r>
              <a:rPr lang="fr-FR" sz="1600" dirty="0"/>
              <a:t>', l'une est corrélé positivement et l'autre négativement !</a:t>
            </a:r>
          </a:p>
          <a:p>
            <a:pPr marL="0" indent="0">
              <a:buNone/>
            </a:pPr>
            <a:br>
              <a:rPr lang="fr-FR" sz="1600" dirty="0"/>
            </a:br>
            <a:endParaRPr lang="fr-FR" sz="1600" dirty="0"/>
          </a:p>
          <a:p>
            <a:r>
              <a:rPr lang="fr-FR" sz="1600" dirty="0"/>
              <a:t>* '</a:t>
            </a:r>
            <a:r>
              <a:rPr lang="fr-FR" sz="1600" dirty="0" err="1"/>
              <a:t>length</a:t>
            </a:r>
            <a:r>
              <a:rPr lang="fr-FR" sz="1600" dirty="0"/>
              <a:t>' est aussi assez bien corréler à 'diagonal' et '</a:t>
            </a:r>
            <a:r>
              <a:rPr lang="fr-FR" sz="1600" dirty="0" err="1"/>
              <a:t>height_left</a:t>
            </a:r>
            <a:r>
              <a:rPr lang="fr-FR" sz="1600" dirty="0"/>
              <a:t>'</a:t>
            </a:r>
          </a:p>
          <a:p>
            <a:r>
              <a:rPr lang="fr-FR" sz="1600" dirty="0"/>
              <a:t>* '</a:t>
            </a:r>
            <a:r>
              <a:rPr lang="fr-FR" sz="1600" dirty="0" err="1"/>
              <a:t>margin_up</a:t>
            </a:r>
            <a:r>
              <a:rPr lang="fr-FR" sz="1600" dirty="0"/>
              <a:t>' est assez bien corréler à '</a:t>
            </a:r>
            <a:r>
              <a:rPr lang="fr-FR" sz="1600" dirty="0" err="1"/>
              <a:t>margin_low</a:t>
            </a:r>
            <a:r>
              <a:rPr lang="fr-FR" sz="1600" dirty="0"/>
              <a:t>'</a:t>
            </a:r>
          </a:p>
          <a:p>
            <a:endParaRPr lang="fr-FR" sz="16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F624013-3081-E807-9594-69A3C857C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004" y="2413000"/>
            <a:ext cx="4491043" cy="3716338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4156578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F8A9D2-80D4-9780-E1FF-40DED3D87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447188"/>
            <a:ext cx="6912864" cy="97045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/>
              <a:t>Analyses descriptive des données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C43FCE8-AF83-3BEA-6F50-0FACBB61DA18}"/>
              </a:ext>
            </a:extLst>
          </p:cNvPr>
          <p:cNvSpPr txBox="1"/>
          <p:nvPr/>
        </p:nvSpPr>
        <p:spPr>
          <a:xfrm>
            <a:off x="818712" y="2222287"/>
            <a:ext cx="5572149" cy="363651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</a:pPr>
            <a:r>
              <a:rPr lang="en-US" b="1" i="0">
                <a:effectLst/>
              </a:rPr>
              <a:t>Nous confirmons que es variables 'length' et 'margin_low' ont le plus de différence entre les vrais et les faux billets</a:t>
            </a:r>
            <a:r>
              <a:rPr lang="en-US" b="0" i="0">
                <a:effectLst/>
              </a:rPr>
              <a:t> !</a:t>
            </a:r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4291A8F-02FE-BB27-A501-EDE47DB80B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24" r="-3" b="2101"/>
          <a:stretch>
            <a:fillRect/>
          </a:stretch>
        </p:blipFill>
        <p:spPr>
          <a:xfrm>
            <a:off x="7534655" y="10"/>
            <a:ext cx="4657339" cy="228599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7130756-2279-0A57-E615-EA4FFE3B2C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" b="2801"/>
          <a:stretch>
            <a:fillRect/>
          </a:stretch>
        </p:blipFill>
        <p:spPr>
          <a:xfrm>
            <a:off x="7534649" y="2286000"/>
            <a:ext cx="4657339" cy="2286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C21151C-6381-A072-206E-820DC6C441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3" b="1336"/>
          <a:stretch>
            <a:fillRect/>
          </a:stretch>
        </p:blipFill>
        <p:spPr>
          <a:xfrm>
            <a:off x="7534637" y="4572000"/>
            <a:ext cx="4657338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034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9296F7-8A15-DC43-1A7F-45312344E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Prétraitement des données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D80D40B-4AD8-1E3F-F7C3-2FF03A5BD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1943234"/>
            <a:ext cx="11210925" cy="468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831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813AB5-1EAF-4F25-4D49-8E3EEE02A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Modélisation</a:t>
            </a:r>
            <a:br>
              <a:rPr lang="fr-FR" dirty="0"/>
            </a:br>
            <a:r>
              <a:rPr lang="fr-FR" sz="2000" b="0" dirty="0"/>
              <a:t>Régression logistique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52D0441-4D34-F766-C986-9DC2CBD154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87038" y="2161159"/>
            <a:ext cx="4273893" cy="3636963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D4863DD-DD00-6B87-0291-E5D7CEE80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00" y="3429000"/>
            <a:ext cx="4934496" cy="97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369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0398C-9C8F-C30F-C364-F8BF94F12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0612BD-89B7-05F0-439E-078626DCB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438044"/>
            <a:ext cx="10571998" cy="970450"/>
          </a:xfrm>
        </p:spPr>
        <p:txBody>
          <a:bodyPr/>
          <a:lstStyle/>
          <a:p>
            <a:pPr algn="ctr"/>
            <a:r>
              <a:rPr lang="fr-FR" dirty="0"/>
              <a:t>Modélisation</a:t>
            </a:r>
            <a:br>
              <a:rPr lang="fr-FR" dirty="0"/>
            </a:br>
            <a:r>
              <a:rPr lang="fr-FR" sz="2000" b="0" dirty="0" err="1"/>
              <a:t>KNeighborsClassifier</a:t>
            </a:r>
            <a:r>
              <a:rPr lang="fr-FR" sz="2000" b="0" dirty="0"/>
              <a:t> KNN</a:t>
            </a:r>
            <a:br>
              <a:rPr lang="fr-FR" b="0" dirty="0"/>
            </a:br>
            <a:endParaRPr lang="fr-FR" dirty="0"/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4DB71A37-101D-E728-EC85-BA9A28003F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29450" y="2264315"/>
            <a:ext cx="4182059" cy="362953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E5BBA66-1D54-CE8F-6CAE-FACFA8373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45" y="3274183"/>
            <a:ext cx="4677524" cy="80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432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FC115-1294-011F-8423-B5B75C05A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FFEA4C-73BE-6136-BD00-797E5C630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170" y="428900"/>
            <a:ext cx="10571998" cy="970450"/>
          </a:xfrm>
        </p:spPr>
        <p:txBody>
          <a:bodyPr/>
          <a:lstStyle/>
          <a:p>
            <a:pPr algn="ctr"/>
            <a:r>
              <a:rPr lang="fr-FR" dirty="0"/>
              <a:t>Modélisation</a:t>
            </a:r>
            <a:br>
              <a:rPr lang="fr-FR" dirty="0"/>
            </a:br>
            <a:r>
              <a:rPr lang="fr-FR" sz="1600" b="0" dirty="0" err="1"/>
              <a:t>RandomForest</a:t>
            </a:r>
            <a:endParaRPr lang="fr-FR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E1854ADE-BACB-3D6C-4131-A150C611D6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20699" y="2484247"/>
            <a:ext cx="4137635" cy="3636963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BCA7937-2553-FA5F-194E-6AA3AF55E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70" y="3728446"/>
            <a:ext cx="5122699" cy="9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999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DC77F-CA68-DC87-9A79-BAA98777A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76BC9D-9E79-528B-2306-4B4414F77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170" y="428900"/>
            <a:ext cx="10571998" cy="970450"/>
          </a:xfrm>
        </p:spPr>
        <p:txBody>
          <a:bodyPr/>
          <a:lstStyle/>
          <a:p>
            <a:pPr algn="ctr"/>
            <a:r>
              <a:rPr lang="fr-FR" dirty="0"/>
              <a:t>Modélisation</a:t>
            </a:r>
            <a:br>
              <a:rPr lang="fr-FR" dirty="0"/>
            </a:br>
            <a:r>
              <a:rPr lang="fr-FR" sz="1800" b="0" dirty="0"/>
              <a:t>Classification non </a:t>
            </a:r>
            <a:r>
              <a:rPr lang="fr-FR" sz="1800" b="0" dirty="0" err="1"/>
              <a:t>surpervisé</a:t>
            </a:r>
            <a:r>
              <a:rPr lang="fr-FR" sz="1800" b="0" dirty="0"/>
              <a:t> </a:t>
            </a:r>
            <a:r>
              <a:rPr lang="fr-FR" sz="1800" b="0" dirty="0" err="1"/>
              <a:t>Kmeans</a:t>
            </a:r>
            <a:endParaRPr lang="fr-FR" sz="1800" b="0" dirty="0"/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85F53F96-98CB-4242-8A9E-C0B1A760EB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42357" y="2371559"/>
            <a:ext cx="4430685" cy="2310015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759E3A8-2732-49C2-35D0-4BE17C9A4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83" y="2371559"/>
            <a:ext cx="3648584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986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3D0D3-C732-F3B3-5D3A-FD3D4049A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EA001E-BD05-785C-0129-E4E9D21EC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170" y="428900"/>
            <a:ext cx="10571998" cy="970450"/>
          </a:xfrm>
        </p:spPr>
        <p:txBody>
          <a:bodyPr/>
          <a:lstStyle/>
          <a:p>
            <a:pPr algn="ctr"/>
            <a:r>
              <a:rPr lang="fr-FR" dirty="0"/>
              <a:t>Modélisation</a:t>
            </a:r>
            <a:br>
              <a:rPr lang="fr-FR" dirty="0"/>
            </a:br>
            <a:r>
              <a:rPr lang="fr-FR" sz="1800" b="0" dirty="0"/>
              <a:t>Classification non </a:t>
            </a:r>
            <a:r>
              <a:rPr lang="fr-FR" sz="1800" b="0" dirty="0" err="1"/>
              <a:t>surpervisé</a:t>
            </a:r>
            <a:r>
              <a:rPr lang="fr-FR" sz="1800" b="0" dirty="0"/>
              <a:t> </a:t>
            </a:r>
            <a:r>
              <a:rPr lang="fr-FR" sz="1800" b="0" dirty="0" err="1"/>
              <a:t>Kmeans</a:t>
            </a:r>
            <a:endParaRPr lang="fr-FR" sz="1800" b="0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D83E7AFD-64A3-0A43-FDC6-F3B7E7AE91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093" y="2086167"/>
            <a:ext cx="4384256" cy="345466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EBBEE35-4660-1F35-A8FB-8E9CF7ACD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099" y="1905488"/>
            <a:ext cx="4616698" cy="363534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F54B07A-6365-E444-21EB-5CFDDB57E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487" y="5758027"/>
            <a:ext cx="2863997" cy="57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982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481E5B-E6AD-3BCD-3AA1-3FA6FEEBC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Programme de détection des faux billets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F3008F-93A6-D4D1-47D2-6DAA4CBF4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8471592" cy="1042121"/>
          </a:xfrm>
        </p:spPr>
        <p:txBody>
          <a:bodyPr/>
          <a:lstStyle/>
          <a:p>
            <a:r>
              <a:rPr lang="fr-FR" dirty="0"/>
              <a:t>Enregistrer les modèles d'entraînement dans un fichier </a:t>
            </a:r>
          </a:p>
        </p:txBody>
      </p:sp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BB90277D-9ACD-A793-CB95-B1D50BAF32FA}"/>
              </a:ext>
            </a:extLst>
          </p:cNvPr>
          <p:cNvSpPr/>
          <p:nvPr/>
        </p:nvSpPr>
        <p:spPr>
          <a:xfrm>
            <a:off x="874774" y="3058668"/>
            <a:ext cx="5644898" cy="13213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Modèle de Standardisation des données</a:t>
            </a:r>
          </a:p>
        </p:txBody>
      </p:sp>
      <p:sp>
        <p:nvSpPr>
          <p:cNvPr id="5" name="Flèche : droite 4">
            <a:extLst>
              <a:ext uri="{FF2B5EF4-FFF2-40B4-BE49-F238E27FC236}">
                <a16:creationId xmlns:a16="http://schemas.microsoft.com/office/drawing/2014/main" id="{C2D0EFBB-7543-5F37-5C19-B11B33CBF80E}"/>
              </a:ext>
            </a:extLst>
          </p:cNvPr>
          <p:cNvSpPr/>
          <p:nvPr/>
        </p:nvSpPr>
        <p:spPr>
          <a:xfrm>
            <a:off x="874774" y="4498848"/>
            <a:ext cx="5644898" cy="14538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Modèle de Régression Logistique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6FF7ADD-E80D-5FFE-BD25-74937B956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037" y="3214681"/>
            <a:ext cx="4416658" cy="233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4189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is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TM03457503[[fn=Concis]]</Template>
  <TotalTime>156</TotalTime>
  <Words>335</Words>
  <Application>Microsoft Office PowerPoint</Application>
  <PresentationFormat>Grand écran</PresentationFormat>
  <Paragraphs>49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Century Gothic</vt:lpstr>
      <vt:lpstr>Wingdings 2</vt:lpstr>
      <vt:lpstr>Concis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Exploration et nettoyage des données Enrichissement des données</vt:lpstr>
      <vt:lpstr>Analyse descriptive des données Corrélation des variables</vt:lpstr>
      <vt:lpstr>Analyses descriptive des données</vt:lpstr>
      <vt:lpstr>Prétraitement des données</vt:lpstr>
      <vt:lpstr>Modélisation Régression logistique</vt:lpstr>
      <vt:lpstr>Modélisation KNeighborsClassifier KNN </vt:lpstr>
      <vt:lpstr>Modélisation RandomForest</vt:lpstr>
      <vt:lpstr>Modélisation Classification non surpervisé Kmeans</vt:lpstr>
      <vt:lpstr>Modélisation Classification non surpervisé Kmeans</vt:lpstr>
      <vt:lpstr>Programme de détection des faux billets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Tharinyan PATHMANATHAN</dc:creator>
  <cp:lastModifiedBy>Tharinyan PATHMANATHAN</cp:lastModifiedBy>
  <cp:revision>1</cp:revision>
  <dcterms:created xsi:type="dcterms:W3CDTF">2026-05-29T12:57:08Z</dcterms:created>
  <dcterms:modified xsi:type="dcterms:W3CDTF">2026-05-31T08:22:32Z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8ed5431-0ab7-4c1b-98f4-d4e50f674d02_Enabled">
    <vt:lpwstr>true</vt:lpwstr>
  </property>
  <property fmtid="{D5CDD505-2E9C-101B-9397-08002B2CF9AE}" pid="3" name="MSIP_Label_48ed5431-0ab7-4c1b-98f4-d4e50f674d02_SetDate">
    <vt:lpwstr>2026-05-29T13:49:41Z</vt:lpwstr>
  </property>
  <property fmtid="{D5CDD505-2E9C-101B-9397-08002B2CF9AE}" pid="4" name="MSIP_Label_48ed5431-0ab7-4c1b-98f4-d4e50f674d02_Method">
    <vt:lpwstr>Privileged</vt:lpwstr>
  </property>
  <property fmtid="{D5CDD505-2E9C-101B-9397-08002B2CF9AE}" pid="5" name="MSIP_Label_48ed5431-0ab7-4c1b-98f4-d4e50f674d02_Name">
    <vt:lpwstr>48ed5431-0ab7-4c1b-98f4-d4e50f674d02</vt:lpwstr>
  </property>
  <property fmtid="{D5CDD505-2E9C-101B-9397-08002B2CF9AE}" pid="6" name="MSIP_Label_48ed5431-0ab7-4c1b-98f4-d4e50f674d02_SiteId">
    <vt:lpwstr>614f9c25-bffa-42c7-86d8-964101f55fa2</vt:lpwstr>
  </property>
  <property fmtid="{D5CDD505-2E9C-101B-9397-08002B2CF9AE}" pid="7" name="MSIP_Label_48ed5431-0ab7-4c1b-98f4-d4e50f674d02_ActionId">
    <vt:lpwstr>6e1d826b-fcce-4f24-8b0f-b9df6b0d67fe</vt:lpwstr>
  </property>
  <property fmtid="{D5CDD505-2E9C-101B-9397-08002B2CF9AE}" pid="8" name="MSIP_Label_48ed5431-0ab7-4c1b-98f4-d4e50f674d02_ContentBits">
    <vt:lpwstr>0</vt:lpwstr>
  </property>
  <property fmtid="{D5CDD505-2E9C-101B-9397-08002B2CF9AE}" pid="9" name="MSIP_Label_48ed5431-0ab7-4c1b-98f4-d4e50f674d02_Tag">
    <vt:lpwstr>10, 0, 1, 1</vt:lpwstr>
  </property>
</Properties>
</file>