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6CFA7-8834-4FCD-8768-00D6C5F743BA}" v="4" dt="2025-12-18T20:06:33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HMANATHAN Tharinyan" userId="0aa59e52-6b77-45f2-a9b8-e52304fdc35e" providerId="ADAL" clId="{4DB91A55-BE87-424B-BFD5-F6243EB600E9}"/>
    <pc:docChg chg="undo custSel addSld modSld">
      <pc:chgData name="PATHMANATHAN Tharinyan" userId="0aa59e52-6b77-45f2-a9b8-e52304fdc35e" providerId="ADAL" clId="{4DB91A55-BE87-424B-BFD5-F6243EB600E9}" dt="2025-12-18T20:23:29.182" v="922" actId="13926"/>
      <pc:docMkLst>
        <pc:docMk/>
      </pc:docMkLst>
      <pc:sldChg chg="addSp delSp modSp mod setBg">
        <pc:chgData name="PATHMANATHAN Tharinyan" userId="0aa59e52-6b77-45f2-a9b8-e52304fdc35e" providerId="ADAL" clId="{4DB91A55-BE87-424B-BFD5-F6243EB600E9}" dt="2025-12-18T20:06:43.866" v="918" actId="20577"/>
        <pc:sldMkLst>
          <pc:docMk/>
          <pc:sldMk cId="691661731" sldId="258"/>
        </pc:sldMkLst>
        <pc:spChg chg="mod">
          <ac:chgData name="PATHMANATHAN Tharinyan" userId="0aa59e52-6b77-45f2-a9b8-e52304fdc35e" providerId="ADAL" clId="{4DB91A55-BE87-424B-BFD5-F6243EB600E9}" dt="2025-11-20T13:25:00.285" v="811" actId="26606"/>
          <ac:spMkLst>
            <pc:docMk/>
            <pc:sldMk cId="691661731" sldId="258"/>
            <ac:spMk id="2" creationId="{EC7C7B19-1F67-A47F-7B91-A34EC1D5517E}"/>
          </ac:spMkLst>
        </pc:spChg>
        <pc:spChg chg="add">
          <ac:chgData name="PATHMANATHAN Tharinyan" userId="0aa59e52-6b77-45f2-a9b8-e52304fdc35e" providerId="ADAL" clId="{4DB91A55-BE87-424B-BFD5-F6243EB600E9}" dt="2025-11-20T13:25:00.285" v="811" actId="26606"/>
          <ac:spMkLst>
            <pc:docMk/>
            <pc:sldMk cId="691661731" sldId="258"/>
            <ac:spMk id="16" creationId="{2C33F367-76E5-4D2A-96B1-4FD443CDD1CF}"/>
          </ac:spMkLst>
        </pc:spChg>
        <pc:spChg chg="add">
          <ac:chgData name="PATHMANATHAN Tharinyan" userId="0aa59e52-6b77-45f2-a9b8-e52304fdc35e" providerId="ADAL" clId="{4DB91A55-BE87-424B-BFD5-F6243EB600E9}" dt="2025-11-20T13:25:00.285" v="811" actId="26606"/>
          <ac:spMkLst>
            <pc:docMk/>
            <pc:sldMk cId="691661731" sldId="258"/>
            <ac:spMk id="18" creationId="{6F769419-3E73-449D-B62A-0CDEC946A679}"/>
          </ac:spMkLst>
        </pc:spChg>
        <pc:grpChg chg="add">
          <ac:chgData name="PATHMANATHAN Tharinyan" userId="0aa59e52-6b77-45f2-a9b8-e52304fdc35e" providerId="ADAL" clId="{4DB91A55-BE87-424B-BFD5-F6243EB600E9}" dt="2025-11-20T13:25:00.285" v="811" actId="26606"/>
          <ac:grpSpMkLst>
            <pc:docMk/>
            <pc:sldMk cId="691661731" sldId="258"/>
            <ac:grpSpMk id="20" creationId="{A6515200-42F9-488F-9895-6CDBCD1E87C8}"/>
          </ac:grpSpMkLst>
        </pc:grpChg>
        <pc:graphicFrameChg chg="add mod modGraphic">
          <ac:chgData name="PATHMANATHAN Tharinyan" userId="0aa59e52-6b77-45f2-a9b8-e52304fdc35e" providerId="ADAL" clId="{4DB91A55-BE87-424B-BFD5-F6243EB600E9}" dt="2025-12-18T20:06:43.866" v="918" actId="20577"/>
          <ac:graphicFrameMkLst>
            <pc:docMk/>
            <pc:sldMk cId="691661731" sldId="258"/>
            <ac:graphicFrameMk id="12" creationId="{40748207-9AAE-5CF0-3EB4-1BD97E9B10B2}"/>
          </ac:graphicFrameMkLst>
        </pc:graphicFrameChg>
      </pc:sldChg>
      <pc:sldChg chg="addSp delSp modSp mod setBg setClrOvrMap">
        <pc:chgData name="PATHMANATHAN Tharinyan" userId="0aa59e52-6b77-45f2-a9b8-e52304fdc35e" providerId="ADAL" clId="{4DB91A55-BE87-424B-BFD5-F6243EB600E9}" dt="2025-11-30T09:25:42.152" v="814" actId="26606"/>
        <pc:sldMkLst>
          <pc:docMk/>
          <pc:sldMk cId="4239774284" sldId="260"/>
        </pc:sldMkLst>
        <pc:spChg chg="mod">
          <ac:chgData name="PATHMANATHAN Tharinyan" userId="0aa59e52-6b77-45f2-a9b8-e52304fdc35e" providerId="ADAL" clId="{4DB91A55-BE87-424B-BFD5-F6243EB600E9}" dt="2025-11-30T09:25:42.152" v="814" actId="26606"/>
          <ac:spMkLst>
            <pc:docMk/>
            <pc:sldMk cId="4239774284" sldId="260"/>
            <ac:spMk id="4" creationId="{B694DF9A-EFC8-FC27-FBBF-DFB2BF2E5AB4}"/>
          </ac:spMkLst>
        </pc:spChg>
        <pc:spChg chg="add">
          <ac:chgData name="PATHMANATHAN Tharinyan" userId="0aa59e52-6b77-45f2-a9b8-e52304fdc35e" providerId="ADAL" clId="{4DB91A55-BE87-424B-BFD5-F6243EB600E9}" dt="2025-11-30T09:25:42.152" v="814" actId="26606"/>
          <ac:spMkLst>
            <pc:docMk/>
            <pc:sldMk cId="4239774284" sldId="260"/>
            <ac:spMk id="28" creationId="{AD2D45C7-2E37-44FD-AC77-116CD14B9ED9}"/>
          </ac:spMkLst>
        </pc:spChg>
        <pc:spChg chg="add">
          <ac:chgData name="PATHMANATHAN Tharinyan" userId="0aa59e52-6b77-45f2-a9b8-e52304fdc35e" providerId="ADAL" clId="{4DB91A55-BE87-424B-BFD5-F6243EB600E9}" dt="2025-11-30T09:25:42.152" v="814" actId="26606"/>
          <ac:spMkLst>
            <pc:docMk/>
            <pc:sldMk cId="4239774284" sldId="260"/>
            <ac:spMk id="30" creationId="{1FF88480-2CF1-4C54-8CE3-2CA9CD9FF896}"/>
          </ac:spMkLst>
        </pc:spChg>
        <pc:spChg chg="add">
          <ac:chgData name="PATHMANATHAN Tharinyan" userId="0aa59e52-6b77-45f2-a9b8-e52304fdc35e" providerId="ADAL" clId="{4DB91A55-BE87-424B-BFD5-F6243EB600E9}" dt="2025-11-30T09:25:42.152" v="814" actId="26606"/>
          <ac:spMkLst>
            <pc:docMk/>
            <pc:sldMk cId="4239774284" sldId="260"/>
            <ac:spMk id="41" creationId="{9EEDD288-1C59-5B1A-927C-24C252F6DE73}"/>
          </ac:spMkLst>
        </pc:spChg>
        <pc:grpChg chg="add">
          <ac:chgData name="PATHMANATHAN Tharinyan" userId="0aa59e52-6b77-45f2-a9b8-e52304fdc35e" providerId="ADAL" clId="{4DB91A55-BE87-424B-BFD5-F6243EB600E9}" dt="2025-11-30T09:25:42.152" v="814" actId="26606"/>
          <ac:grpSpMkLst>
            <pc:docMk/>
            <pc:sldMk cId="4239774284" sldId="260"/>
            <ac:grpSpMk id="21" creationId="{6CC7770B-E4E1-42D6-9437-DAA4A3A9E659}"/>
          </ac:grpSpMkLst>
        </pc:grpChg>
      </pc:sldChg>
      <pc:sldChg chg="addSp delSp modSp add mod setBg">
        <pc:chgData name="PATHMANATHAN Tharinyan" userId="0aa59e52-6b77-45f2-a9b8-e52304fdc35e" providerId="ADAL" clId="{4DB91A55-BE87-424B-BFD5-F6243EB600E9}" dt="2025-12-18T20:23:29.182" v="922" actId="13926"/>
        <pc:sldMkLst>
          <pc:docMk/>
          <pc:sldMk cId="2695784320" sldId="261"/>
        </pc:sldMkLst>
        <pc:spChg chg="mod ord">
          <ac:chgData name="PATHMANATHAN Tharinyan" userId="0aa59e52-6b77-45f2-a9b8-e52304fdc35e" providerId="ADAL" clId="{4DB91A55-BE87-424B-BFD5-F6243EB600E9}" dt="2025-12-04T19:19:15.475" v="817" actId="26606"/>
          <ac:spMkLst>
            <pc:docMk/>
            <pc:sldMk cId="2695784320" sldId="261"/>
            <ac:spMk id="2" creationId="{EC6CDF34-8A25-ED36-F9EE-A9626679A2F8}"/>
          </ac:spMkLst>
        </pc:spChg>
        <pc:spChg chg="add mod ord">
          <ac:chgData name="PATHMANATHAN Tharinyan" userId="0aa59e52-6b77-45f2-a9b8-e52304fdc35e" providerId="ADAL" clId="{4DB91A55-BE87-424B-BFD5-F6243EB600E9}" dt="2025-12-18T20:23:29.182" v="922" actId="13926"/>
          <ac:spMkLst>
            <pc:docMk/>
            <pc:sldMk cId="2695784320" sldId="261"/>
            <ac:spMk id="5" creationId="{1D56D0BD-0E1B-C5F1-71CC-7CACFC95109B}"/>
          </ac:spMkLst>
        </pc:spChg>
        <pc:spChg chg="add">
          <ac:chgData name="PATHMANATHAN Tharinyan" userId="0aa59e52-6b77-45f2-a9b8-e52304fdc35e" providerId="ADAL" clId="{4DB91A55-BE87-424B-BFD5-F6243EB600E9}" dt="2025-12-04T19:19:15.475" v="817" actId="26606"/>
          <ac:spMkLst>
            <pc:docMk/>
            <pc:sldMk cId="2695784320" sldId="261"/>
            <ac:spMk id="63" creationId="{290FE681-1E05-478A-89DC-5F7AB37CFD77}"/>
          </ac:spMkLst>
        </pc:spChg>
        <pc:cxnChg chg="add">
          <ac:chgData name="PATHMANATHAN Tharinyan" userId="0aa59e52-6b77-45f2-a9b8-e52304fdc35e" providerId="ADAL" clId="{4DB91A55-BE87-424B-BFD5-F6243EB600E9}" dt="2025-12-04T19:19:15.475" v="817" actId="26606"/>
          <ac:cxnSpMkLst>
            <pc:docMk/>
            <pc:sldMk cId="2695784320" sldId="261"/>
            <ac:cxnSpMk id="64" creationId="{2E2F21DC-5F0E-42CF-B89C-C1E25E175CB8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BC15E2-64E5-40F7-B2AB-D488BAF292A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285EA71-6A06-49DE-9786-1FDA068B82E0}">
      <dgm:prSet/>
      <dgm:spPr/>
      <dgm:t>
        <a:bodyPr/>
        <a:lstStyle/>
        <a:p>
          <a:r>
            <a:rPr lang="fr-FR"/>
            <a:t>Insertion des données dans Power BI</a:t>
          </a:r>
          <a:endParaRPr lang="en-US"/>
        </a:p>
      </dgm:t>
    </dgm:pt>
    <dgm:pt modelId="{46822465-CBB8-4572-AA3F-5024256FF331}" type="parTrans" cxnId="{52BCC461-27F6-483A-8E74-BF6CB1093661}">
      <dgm:prSet/>
      <dgm:spPr/>
      <dgm:t>
        <a:bodyPr/>
        <a:lstStyle/>
        <a:p>
          <a:endParaRPr lang="en-US"/>
        </a:p>
      </dgm:t>
    </dgm:pt>
    <dgm:pt modelId="{7C7546C7-3E49-40C5-9892-DABE6E03B268}" type="sibTrans" cxnId="{52BCC461-27F6-483A-8E74-BF6CB1093661}">
      <dgm:prSet/>
      <dgm:spPr/>
      <dgm:t>
        <a:bodyPr/>
        <a:lstStyle/>
        <a:p>
          <a:endParaRPr lang="en-US"/>
        </a:p>
      </dgm:t>
    </dgm:pt>
    <dgm:pt modelId="{7D3CB7AC-F449-4D2A-9C67-082CC5654305}">
      <dgm:prSet/>
      <dgm:spPr/>
      <dgm:t>
        <a:bodyPr/>
        <a:lstStyle/>
        <a:p>
          <a:r>
            <a:rPr lang="fr-FR"/>
            <a:t>Modification des en têtes</a:t>
          </a:r>
          <a:endParaRPr lang="en-US"/>
        </a:p>
      </dgm:t>
    </dgm:pt>
    <dgm:pt modelId="{DA472C6B-B752-450A-A6A6-9D69A59CFC9C}" type="parTrans" cxnId="{5C2DDFEF-F3DC-4C0A-86A9-B8E4D77CD67D}">
      <dgm:prSet/>
      <dgm:spPr/>
      <dgm:t>
        <a:bodyPr/>
        <a:lstStyle/>
        <a:p>
          <a:endParaRPr lang="en-US"/>
        </a:p>
      </dgm:t>
    </dgm:pt>
    <dgm:pt modelId="{FD2FE646-BD12-44C5-BB00-13F17C252280}" type="sibTrans" cxnId="{5C2DDFEF-F3DC-4C0A-86A9-B8E4D77CD67D}">
      <dgm:prSet/>
      <dgm:spPr/>
      <dgm:t>
        <a:bodyPr/>
        <a:lstStyle/>
        <a:p>
          <a:endParaRPr lang="en-US"/>
        </a:p>
      </dgm:t>
    </dgm:pt>
    <dgm:pt modelId="{96AD8962-13E1-4DE7-AE2E-2681D1BE7C03}">
      <dgm:prSet/>
      <dgm:spPr/>
      <dgm:t>
        <a:bodyPr/>
        <a:lstStyle/>
        <a:p>
          <a:r>
            <a:rPr lang="fr-FR"/>
            <a:t>Renommer les colonnes en vue de jointure</a:t>
          </a:r>
          <a:endParaRPr lang="en-US"/>
        </a:p>
      </dgm:t>
    </dgm:pt>
    <dgm:pt modelId="{464CDFF4-158C-424D-9D0A-2F5847C7F59C}" type="parTrans" cxnId="{7AB3C9AB-EB34-41B8-94F0-B8F0743F1BF4}">
      <dgm:prSet/>
      <dgm:spPr/>
      <dgm:t>
        <a:bodyPr/>
        <a:lstStyle/>
        <a:p>
          <a:endParaRPr lang="en-US"/>
        </a:p>
      </dgm:t>
    </dgm:pt>
    <dgm:pt modelId="{82F44948-A9FD-4CF6-9D6A-7760DB97A108}" type="sibTrans" cxnId="{7AB3C9AB-EB34-41B8-94F0-B8F0743F1BF4}">
      <dgm:prSet/>
      <dgm:spPr/>
      <dgm:t>
        <a:bodyPr/>
        <a:lstStyle/>
        <a:p>
          <a:endParaRPr lang="en-US"/>
        </a:p>
      </dgm:t>
    </dgm:pt>
    <dgm:pt modelId="{B985910E-8EE5-4941-B89F-A6B4DF2B868D}">
      <dgm:prSet/>
      <dgm:spPr/>
      <dgm:t>
        <a:bodyPr/>
        <a:lstStyle/>
        <a:p>
          <a:r>
            <a:rPr lang="fr-FR"/>
            <a:t>conversion du type de données (integer/text)</a:t>
          </a:r>
          <a:endParaRPr lang="en-US"/>
        </a:p>
      </dgm:t>
    </dgm:pt>
    <dgm:pt modelId="{A023A8E3-3838-4405-8885-02F3394691C0}" type="parTrans" cxnId="{101462A2-C441-4E31-AE98-C58C93E9E73B}">
      <dgm:prSet/>
      <dgm:spPr/>
      <dgm:t>
        <a:bodyPr/>
        <a:lstStyle/>
        <a:p>
          <a:endParaRPr lang="en-US"/>
        </a:p>
      </dgm:t>
    </dgm:pt>
    <dgm:pt modelId="{43D862B9-7DBD-46A6-8FE0-5F7494A6D517}" type="sibTrans" cxnId="{101462A2-C441-4E31-AE98-C58C93E9E73B}">
      <dgm:prSet/>
      <dgm:spPr/>
      <dgm:t>
        <a:bodyPr/>
        <a:lstStyle/>
        <a:p>
          <a:endParaRPr lang="en-US"/>
        </a:p>
      </dgm:t>
    </dgm:pt>
    <dgm:pt modelId="{D7A889D9-AA73-4189-BD34-120A95FBEA90}">
      <dgm:prSet/>
      <dgm:spPr/>
      <dgm:t>
        <a:bodyPr/>
        <a:lstStyle/>
        <a:p>
          <a:r>
            <a:rPr lang="fr-FR" dirty="0"/>
            <a:t>Adapter les relations entre les tables</a:t>
          </a:r>
          <a:endParaRPr lang="en-US" dirty="0"/>
        </a:p>
      </dgm:t>
    </dgm:pt>
    <dgm:pt modelId="{9AD6A3E7-9727-441D-B404-9D2B24D84BE3}" type="parTrans" cxnId="{4A49B5CE-31E7-4D62-88D1-6238B8830DC6}">
      <dgm:prSet/>
      <dgm:spPr/>
      <dgm:t>
        <a:bodyPr/>
        <a:lstStyle/>
        <a:p>
          <a:endParaRPr lang="en-US"/>
        </a:p>
      </dgm:t>
    </dgm:pt>
    <dgm:pt modelId="{7EE9C59C-38D1-4222-AB96-72EE03DA5F8B}" type="sibTrans" cxnId="{4A49B5CE-31E7-4D62-88D1-6238B8830DC6}">
      <dgm:prSet/>
      <dgm:spPr/>
      <dgm:t>
        <a:bodyPr/>
        <a:lstStyle/>
        <a:p>
          <a:endParaRPr lang="en-US"/>
        </a:p>
      </dgm:t>
    </dgm:pt>
    <dgm:pt modelId="{E6A0E6FE-4C0C-4473-83B5-8316660D1B48}">
      <dgm:prSet/>
      <dgm:spPr/>
      <dgm:t>
        <a:bodyPr/>
        <a:lstStyle/>
        <a:p>
          <a:r>
            <a:rPr lang="fr-FR"/>
            <a:t>Création des relations en étoiles en vue d’optimiser la vitesse de la BD et  des requêtes</a:t>
          </a:r>
          <a:endParaRPr lang="en-US"/>
        </a:p>
      </dgm:t>
    </dgm:pt>
    <dgm:pt modelId="{ACC6EC2C-F7FD-4B7D-9FBB-FAA8D95F9E94}" type="parTrans" cxnId="{E20BFD99-166D-47BD-86AB-DC404C891142}">
      <dgm:prSet/>
      <dgm:spPr/>
      <dgm:t>
        <a:bodyPr/>
        <a:lstStyle/>
        <a:p>
          <a:endParaRPr lang="en-US"/>
        </a:p>
      </dgm:t>
    </dgm:pt>
    <dgm:pt modelId="{1807A3DF-B837-4C11-98BC-70A4836D45AE}" type="sibTrans" cxnId="{E20BFD99-166D-47BD-86AB-DC404C891142}">
      <dgm:prSet/>
      <dgm:spPr/>
      <dgm:t>
        <a:bodyPr/>
        <a:lstStyle/>
        <a:p>
          <a:endParaRPr lang="en-US"/>
        </a:p>
      </dgm:t>
    </dgm:pt>
    <dgm:pt modelId="{9DB301E3-4D49-4654-8DF5-44F63BC0F40B}">
      <dgm:prSet/>
      <dgm:spPr/>
      <dgm:t>
        <a:bodyPr/>
        <a:lstStyle/>
        <a:p>
          <a:r>
            <a:rPr lang="en-US" dirty="0" err="1"/>
            <a:t>Ajout</a:t>
          </a:r>
          <a:r>
            <a:rPr lang="en-US" dirty="0"/>
            <a:t> </a:t>
          </a:r>
          <a:r>
            <a:rPr lang="en-US" dirty="0" err="1"/>
            <a:t>d’une</a:t>
          </a:r>
          <a:r>
            <a:rPr lang="en-US" dirty="0"/>
            <a:t> table Année (</a:t>
          </a:r>
          <a:r>
            <a:rPr lang="en-US" dirty="0" err="1"/>
            <a:t>filtre</a:t>
          </a:r>
          <a:r>
            <a:rPr lang="en-US" dirty="0"/>
            <a:t> </a:t>
          </a:r>
          <a:r>
            <a:rPr lang="en-US" dirty="0" err="1"/>
            <a:t>temporel</a:t>
          </a:r>
          <a:r>
            <a:rPr lang="en-US" dirty="0"/>
            <a:t>)</a:t>
          </a:r>
        </a:p>
      </dgm:t>
    </dgm:pt>
    <dgm:pt modelId="{C5A1F4AF-5534-4A9D-BC37-E9CB195EC6B6}" type="parTrans" cxnId="{B812C47E-23CC-4D61-B833-8F75A358BD72}">
      <dgm:prSet/>
      <dgm:spPr/>
      <dgm:t>
        <a:bodyPr/>
        <a:lstStyle/>
        <a:p>
          <a:endParaRPr lang="fr-FR"/>
        </a:p>
      </dgm:t>
    </dgm:pt>
    <dgm:pt modelId="{426DA9AA-C17F-436E-93DA-351A46DCB9A4}" type="sibTrans" cxnId="{B812C47E-23CC-4D61-B833-8F75A358BD72}">
      <dgm:prSet/>
      <dgm:spPr/>
      <dgm:t>
        <a:bodyPr/>
        <a:lstStyle/>
        <a:p>
          <a:endParaRPr lang="fr-FR"/>
        </a:p>
      </dgm:t>
    </dgm:pt>
    <dgm:pt modelId="{6D045B2E-A222-4418-9E12-AD1CEBAFB159}" type="pres">
      <dgm:prSet presAssocID="{CBBC15E2-64E5-40F7-B2AB-D488BAF292A8}" presName="linear" presStyleCnt="0">
        <dgm:presLayoutVars>
          <dgm:animLvl val="lvl"/>
          <dgm:resizeHandles val="exact"/>
        </dgm:presLayoutVars>
      </dgm:prSet>
      <dgm:spPr/>
    </dgm:pt>
    <dgm:pt modelId="{329EB9E7-F10C-4BC5-B8C7-DBBDCE8CB64F}" type="pres">
      <dgm:prSet presAssocID="{9285EA71-6A06-49DE-9786-1FDA068B82E0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B81E61B-8718-4A47-9D26-FD4BAB102D63}" type="pres">
      <dgm:prSet presAssocID="{7C7546C7-3E49-40C5-9892-DABE6E03B268}" presName="spacer" presStyleCnt="0"/>
      <dgm:spPr/>
    </dgm:pt>
    <dgm:pt modelId="{15F9F200-3667-4EE3-8CA9-2D2AAF297103}" type="pres">
      <dgm:prSet presAssocID="{7D3CB7AC-F449-4D2A-9C67-082CC565430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3F6F289-8AF9-48B7-990B-CDF2FEF3F604}" type="pres">
      <dgm:prSet presAssocID="{FD2FE646-BD12-44C5-BB00-13F17C252280}" presName="spacer" presStyleCnt="0"/>
      <dgm:spPr/>
    </dgm:pt>
    <dgm:pt modelId="{A22B779E-302B-40CB-A5D8-EACD250BD2EB}" type="pres">
      <dgm:prSet presAssocID="{96AD8962-13E1-4DE7-AE2E-2681D1BE7C0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E55E057-0EC6-4BB0-A723-C0631846469A}" type="pres">
      <dgm:prSet presAssocID="{82F44948-A9FD-4CF6-9D6A-7760DB97A108}" presName="spacer" presStyleCnt="0"/>
      <dgm:spPr/>
    </dgm:pt>
    <dgm:pt modelId="{4CE9B559-BBF9-4757-82E3-017B326471A5}" type="pres">
      <dgm:prSet presAssocID="{B985910E-8EE5-4941-B89F-A6B4DF2B868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8C89E9F-3FC5-47F4-85C7-9652E775561F}" type="pres">
      <dgm:prSet presAssocID="{43D862B9-7DBD-46A6-8FE0-5F7494A6D517}" presName="spacer" presStyleCnt="0"/>
      <dgm:spPr/>
    </dgm:pt>
    <dgm:pt modelId="{EB6609F3-6408-40A3-A269-9D7398AE3BEE}" type="pres">
      <dgm:prSet presAssocID="{D7A889D9-AA73-4189-BD34-120A95FBEA9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67C74A24-B063-4B7C-A726-B8252957CD59}" type="pres">
      <dgm:prSet presAssocID="{7EE9C59C-38D1-4222-AB96-72EE03DA5F8B}" presName="spacer" presStyleCnt="0"/>
      <dgm:spPr/>
    </dgm:pt>
    <dgm:pt modelId="{C024C71C-C85A-4E1E-B487-8A7A2424E5B2}" type="pres">
      <dgm:prSet presAssocID="{9DB301E3-4D49-4654-8DF5-44F63BC0F40B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8A69A26-34B6-4D45-9078-7AD85A1E7192}" type="pres">
      <dgm:prSet presAssocID="{426DA9AA-C17F-436E-93DA-351A46DCB9A4}" presName="spacer" presStyleCnt="0"/>
      <dgm:spPr/>
    </dgm:pt>
    <dgm:pt modelId="{01C6AA85-FE33-45D4-AD79-9E3F8C90C49F}" type="pres">
      <dgm:prSet presAssocID="{E6A0E6FE-4C0C-4473-83B5-8316660D1B48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38B2524-1B5A-40B1-8DAD-DC0081DE7362}" type="presOf" srcId="{CBBC15E2-64E5-40F7-B2AB-D488BAF292A8}" destId="{6D045B2E-A222-4418-9E12-AD1CEBAFB159}" srcOrd="0" destOrd="0" presId="urn:microsoft.com/office/officeart/2005/8/layout/vList2"/>
    <dgm:cxn modelId="{40D7FB40-A5DF-4A21-BA71-9DCA6C7A680E}" type="presOf" srcId="{96AD8962-13E1-4DE7-AE2E-2681D1BE7C03}" destId="{A22B779E-302B-40CB-A5D8-EACD250BD2EB}" srcOrd="0" destOrd="0" presId="urn:microsoft.com/office/officeart/2005/8/layout/vList2"/>
    <dgm:cxn modelId="{52BCC461-27F6-483A-8E74-BF6CB1093661}" srcId="{CBBC15E2-64E5-40F7-B2AB-D488BAF292A8}" destId="{9285EA71-6A06-49DE-9786-1FDA068B82E0}" srcOrd="0" destOrd="0" parTransId="{46822465-CBB8-4572-AA3F-5024256FF331}" sibTransId="{7C7546C7-3E49-40C5-9892-DABE6E03B268}"/>
    <dgm:cxn modelId="{77FC2047-4FA2-43B5-BE46-5555496B51DE}" type="presOf" srcId="{E6A0E6FE-4C0C-4473-83B5-8316660D1B48}" destId="{01C6AA85-FE33-45D4-AD79-9E3F8C90C49F}" srcOrd="0" destOrd="0" presId="urn:microsoft.com/office/officeart/2005/8/layout/vList2"/>
    <dgm:cxn modelId="{C3A8D74C-4D8F-4420-9E2B-E02F9B492F18}" type="presOf" srcId="{7D3CB7AC-F449-4D2A-9C67-082CC5654305}" destId="{15F9F200-3667-4EE3-8CA9-2D2AAF297103}" srcOrd="0" destOrd="0" presId="urn:microsoft.com/office/officeart/2005/8/layout/vList2"/>
    <dgm:cxn modelId="{B812C47E-23CC-4D61-B833-8F75A358BD72}" srcId="{CBBC15E2-64E5-40F7-B2AB-D488BAF292A8}" destId="{9DB301E3-4D49-4654-8DF5-44F63BC0F40B}" srcOrd="5" destOrd="0" parTransId="{C5A1F4AF-5534-4A9D-BC37-E9CB195EC6B6}" sibTransId="{426DA9AA-C17F-436E-93DA-351A46DCB9A4}"/>
    <dgm:cxn modelId="{E20BFD99-166D-47BD-86AB-DC404C891142}" srcId="{CBBC15E2-64E5-40F7-B2AB-D488BAF292A8}" destId="{E6A0E6FE-4C0C-4473-83B5-8316660D1B48}" srcOrd="6" destOrd="0" parTransId="{ACC6EC2C-F7FD-4B7D-9FBB-FAA8D95F9E94}" sibTransId="{1807A3DF-B837-4C11-98BC-70A4836D45AE}"/>
    <dgm:cxn modelId="{101462A2-C441-4E31-AE98-C58C93E9E73B}" srcId="{CBBC15E2-64E5-40F7-B2AB-D488BAF292A8}" destId="{B985910E-8EE5-4941-B89F-A6B4DF2B868D}" srcOrd="3" destOrd="0" parTransId="{A023A8E3-3838-4405-8885-02F3394691C0}" sibTransId="{43D862B9-7DBD-46A6-8FE0-5F7494A6D517}"/>
    <dgm:cxn modelId="{7AB3C9AB-EB34-41B8-94F0-B8F0743F1BF4}" srcId="{CBBC15E2-64E5-40F7-B2AB-D488BAF292A8}" destId="{96AD8962-13E1-4DE7-AE2E-2681D1BE7C03}" srcOrd="2" destOrd="0" parTransId="{464CDFF4-158C-424D-9D0A-2F5847C7F59C}" sibTransId="{82F44948-A9FD-4CF6-9D6A-7760DB97A108}"/>
    <dgm:cxn modelId="{2124C1CD-9C96-4B22-A651-1C227AC38A93}" type="presOf" srcId="{D7A889D9-AA73-4189-BD34-120A95FBEA90}" destId="{EB6609F3-6408-40A3-A269-9D7398AE3BEE}" srcOrd="0" destOrd="0" presId="urn:microsoft.com/office/officeart/2005/8/layout/vList2"/>
    <dgm:cxn modelId="{4A49B5CE-31E7-4D62-88D1-6238B8830DC6}" srcId="{CBBC15E2-64E5-40F7-B2AB-D488BAF292A8}" destId="{D7A889D9-AA73-4189-BD34-120A95FBEA90}" srcOrd="4" destOrd="0" parTransId="{9AD6A3E7-9727-441D-B404-9D2B24D84BE3}" sibTransId="{7EE9C59C-38D1-4222-AB96-72EE03DA5F8B}"/>
    <dgm:cxn modelId="{5BE3BED2-EA09-4BC0-BC9E-6766BE3A4C68}" type="presOf" srcId="{9DB301E3-4D49-4654-8DF5-44F63BC0F40B}" destId="{C024C71C-C85A-4E1E-B487-8A7A2424E5B2}" srcOrd="0" destOrd="0" presId="urn:microsoft.com/office/officeart/2005/8/layout/vList2"/>
    <dgm:cxn modelId="{5C2DDFEF-F3DC-4C0A-86A9-B8E4D77CD67D}" srcId="{CBBC15E2-64E5-40F7-B2AB-D488BAF292A8}" destId="{7D3CB7AC-F449-4D2A-9C67-082CC5654305}" srcOrd="1" destOrd="0" parTransId="{DA472C6B-B752-450A-A6A6-9D69A59CFC9C}" sibTransId="{FD2FE646-BD12-44C5-BB00-13F17C252280}"/>
    <dgm:cxn modelId="{B77661F9-03C9-47C3-8471-BB099D8803BC}" type="presOf" srcId="{B985910E-8EE5-4941-B89F-A6B4DF2B868D}" destId="{4CE9B559-BBF9-4757-82E3-017B326471A5}" srcOrd="0" destOrd="0" presId="urn:microsoft.com/office/officeart/2005/8/layout/vList2"/>
    <dgm:cxn modelId="{6510EDF9-1BA0-40BF-8B71-69D8034A69B3}" type="presOf" srcId="{9285EA71-6A06-49DE-9786-1FDA068B82E0}" destId="{329EB9E7-F10C-4BC5-B8C7-DBBDCE8CB64F}" srcOrd="0" destOrd="0" presId="urn:microsoft.com/office/officeart/2005/8/layout/vList2"/>
    <dgm:cxn modelId="{D766AFC3-210E-43FE-A2D3-310878B99C6C}" type="presParOf" srcId="{6D045B2E-A222-4418-9E12-AD1CEBAFB159}" destId="{329EB9E7-F10C-4BC5-B8C7-DBBDCE8CB64F}" srcOrd="0" destOrd="0" presId="urn:microsoft.com/office/officeart/2005/8/layout/vList2"/>
    <dgm:cxn modelId="{9EE1C901-8EA9-48CE-85B5-F9FE5C42E9BD}" type="presParOf" srcId="{6D045B2E-A222-4418-9E12-AD1CEBAFB159}" destId="{DB81E61B-8718-4A47-9D26-FD4BAB102D63}" srcOrd="1" destOrd="0" presId="urn:microsoft.com/office/officeart/2005/8/layout/vList2"/>
    <dgm:cxn modelId="{47545EF6-D8E0-49B8-BE0F-9E74D0C7E5F7}" type="presParOf" srcId="{6D045B2E-A222-4418-9E12-AD1CEBAFB159}" destId="{15F9F200-3667-4EE3-8CA9-2D2AAF297103}" srcOrd="2" destOrd="0" presId="urn:microsoft.com/office/officeart/2005/8/layout/vList2"/>
    <dgm:cxn modelId="{9F5392E3-FF9C-4905-A041-2CC6C67DAB99}" type="presParOf" srcId="{6D045B2E-A222-4418-9E12-AD1CEBAFB159}" destId="{63F6F289-8AF9-48B7-990B-CDF2FEF3F604}" srcOrd="3" destOrd="0" presId="urn:microsoft.com/office/officeart/2005/8/layout/vList2"/>
    <dgm:cxn modelId="{62A1839A-6A56-4A71-882C-47A7FE613B1A}" type="presParOf" srcId="{6D045B2E-A222-4418-9E12-AD1CEBAFB159}" destId="{A22B779E-302B-40CB-A5D8-EACD250BD2EB}" srcOrd="4" destOrd="0" presId="urn:microsoft.com/office/officeart/2005/8/layout/vList2"/>
    <dgm:cxn modelId="{5B73365B-DEA9-4DF0-80CC-59360B5254B2}" type="presParOf" srcId="{6D045B2E-A222-4418-9E12-AD1CEBAFB159}" destId="{7E55E057-0EC6-4BB0-A723-C0631846469A}" srcOrd="5" destOrd="0" presId="urn:microsoft.com/office/officeart/2005/8/layout/vList2"/>
    <dgm:cxn modelId="{CBFA8547-4C14-4502-8DA0-79A96CEA5A92}" type="presParOf" srcId="{6D045B2E-A222-4418-9E12-AD1CEBAFB159}" destId="{4CE9B559-BBF9-4757-82E3-017B326471A5}" srcOrd="6" destOrd="0" presId="urn:microsoft.com/office/officeart/2005/8/layout/vList2"/>
    <dgm:cxn modelId="{59893F53-83DC-4596-A999-07202ED84431}" type="presParOf" srcId="{6D045B2E-A222-4418-9E12-AD1CEBAFB159}" destId="{58C89E9F-3FC5-47F4-85C7-9652E775561F}" srcOrd="7" destOrd="0" presId="urn:microsoft.com/office/officeart/2005/8/layout/vList2"/>
    <dgm:cxn modelId="{A190353A-126E-4644-9111-5F04D54D85B6}" type="presParOf" srcId="{6D045B2E-A222-4418-9E12-AD1CEBAFB159}" destId="{EB6609F3-6408-40A3-A269-9D7398AE3BEE}" srcOrd="8" destOrd="0" presId="urn:microsoft.com/office/officeart/2005/8/layout/vList2"/>
    <dgm:cxn modelId="{AD509E85-E3E0-449C-9176-F5FC19A0BDC8}" type="presParOf" srcId="{6D045B2E-A222-4418-9E12-AD1CEBAFB159}" destId="{67C74A24-B063-4B7C-A726-B8252957CD59}" srcOrd="9" destOrd="0" presId="urn:microsoft.com/office/officeart/2005/8/layout/vList2"/>
    <dgm:cxn modelId="{7F152407-C0FB-4420-AAE5-AF62BDA29668}" type="presParOf" srcId="{6D045B2E-A222-4418-9E12-AD1CEBAFB159}" destId="{C024C71C-C85A-4E1E-B487-8A7A2424E5B2}" srcOrd="10" destOrd="0" presId="urn:microsoft.com/office/officeart/2005/8/layout/vList2"/>
    <dgm:cxn modelId="{30BCC8BA-FF47-415F-974E-E6E80994DF78}" type="presParOf" srcId="{6D045B2E-A222-4418-9E12-AD1CEBAFB159}" destId="{C8A69A26-34B6-4D45-9078-7AD85A1E7192}" srcOrd="11" destOrd="0" presId="urn:microsoft.com/office/officeart/2005/8/layout/vList2"/>
    <dgm:cxn modelId="{64B113D7-F0F9-4646-ACB9-8CB068645A10}" type="presParOf" srcId="{6D045B2E-A222-4418-9E12-AD1CEBAFB159}" destId="{01C6AA85-FE33-45D4-AD79-9E3F8C90C49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EB9E7-F10C-4BC5-B8C7-DBBDCE8CB64F}">
      <dsp:nvSpPr>
        <dsp:cNvPr id="0" name=""/>
        <dsp:cNvSpPr/>
      </dsp:nvSpPr>
      <dsp:spPr>
        <a:xfrm>
          <a:off x="0" y="21507"/>
          <a:ext cx="6190459" cy="6356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Insertion des données dans Power BI</a:t>
          </a:r>
          <a:endParaRPr lang="en-US" sz="1600" kern="1200"/>
        </a:p>
      </dsp:txBody>
      <dsp:txXfrm>
        <a:off x="31028" y="52535"/>
        <a:ext cx="6128403" cy="573546"/>
      </dsp:txXfrm>
    </dsp:sp>
    <dsp:sp modelId="{15F9F200-3667-4EE3-8CA9-2D2AAF297103}">
      <dsp:nvSpPr>
        <dsp:cNvPr id="0" name=""/>
        <dsp:cNvSpPr/>
      </dsp:nvSpPr>
      <dsp:spPr>
        <a:xfrm>
          <a:off x="0" y="703190"/>
          <a:ext cx="6190459" cy="635602"/>
        </a:xfrm>
        <a:prstGeom prst="roundRect">
          <a:avLst/>
        </a:prstGeom>
        <a:solidFill>
          <a:schemeClr val="accent2">
            <a:hueOff val="-1459072"/>
            <a:satOff val="-1317"/>
            <a:lumOff val="-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Modification des en têtes</a:t>
          </a:r>
          <a:endParaRPr lang="en-US" sz="1600" kern="1200"/>
        </a:p>
      </dsp:txBody>
      <dsp:txXfrm>
        <a:off x="31028" y="734218"/>
        <a:ext cx="6128403" cy="573546"/>
      </dsp:txXfrm>
    </dsp:sp>
    <dsp:sp modelId="{A22B779E-302B-40CB-A5D8-EACD250BD2EB}">
      <dsp:nvSpPr>
        <dsp:cNvPr id="0" name=""/>
        <dsp:cNvSpPr/>
      </dsp:nvSpPr>
      <dsp:spPr>
        <a:xfrm>
          <a:off x="0" y="1384872"/>
          <a:ext cx="6190459" cy="635602"/>
        </a:xfrm>
        <a:prstGeom prst="roundRect">
          <a:avLst/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Renommer les colonnes en vue de jointure</a:t>
          </a:r>
          <a:endParaRPr lang="en-US" sz="1600" kern="1200"/>
        </a:p>
      </dsp:txBody>
      <dsp:txXfrm>
        <a:off x="31028" y="1415900"/>
        <a:ext cx="6128403" cy="573546"/>
      </dsp:txXfrm>
    </dsp:sp>
    <dsp:sp modelId="{4CE9B559-BBF9-4757-82E3-017B326471A5}">
      <dsp:nvSpPr>
        <dsp:cNvPr id="0" name=""/>
        <dsp:cNvSpPr/>
      </dsp:nvSpPr>
      <dsp:spPr>
        <a:xfrm>
          <a:off x="0" y="2066555"/>
          <a:ext cx="6190459" cy="635602"/>
        </a:xfrm>
        <a:prstGeom prst="roundRect">
          <a:avLst/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conversion du type de données (integer/text)</a:t>
          </a:r>
          <a:endParaRPr lang="en-US" sz="1600" kern="1200"/>
        </a:p>
      </dsp:txBody>
      <dsp:txXfrm>
        <a:off x="31028" y="2097583"/>
        <a:ext cx="6128403" cy="573546"/>
      </dsp:txXfrm>
    </dsp:sp>
    <dsp:sp modelId="{EB6609F3-6408-40A3-A269-9D7398AE3BEE}">
      <dsp:nvSpPr>
        <dsp:cNvPr id="0" name=""/>
        <dsp:cNvSpPr/>
      </dsp:nvSpPr>
      <dsp:spPr>
        <a:xfrm>
          <a:off x="0" y="2748237"/>
          <a:ext cx="6190459" cy="635602"/>
        </a:xfrm>
        <a:prstGeom prst="roundRect">
          <a:avLst/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Adapter les relations entre les tables</a:t>
          </a:r>
          <a:endParaRPr lang="en-US" sz="1600" kern="1200" dirty="0"/>
        </a:p>
      </dsp:txBody>
      <dsp:txXfrm>
        <a:off x="31028" y="2779265"/>
        <a:ext cx="6128403" cy="573546"/>
      </dsp:txXfrm>
    </dsp:sp>
    <dsp:sp modelId="{C024C71C-C85A-4E1E-B487-8A7A2424E5B2}">
      <dsp:nvSpPr>
        <dsp:cNvPr id="0" name=""/>
        <dsp:cNvSpPr/>
      </dsp:nvSpPr>
      <dsp:spPr>
        <a:xfrm>
          <a:off x="0" y="3429920"/>
          <a:ext cx="6190459" cy="635602"/>
        </a:xfrm>
        <a:prstGeom prst="roundRect">
          <a:avLst/>
        </a:prstGeom>
        <a:solidFill>
          <a:schemeClr val="accent2">
            <a:hueOff val="-7295359"/>
            <a:satOff val="-6583"/>
            <a:lumOff val="-146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Ajout</a:t>
          </a:r>
          <a:r>
            <a:rPr lang="en-US" sz="1600" kern="1200" dirty="0"/>
            <a:t> </a:t>
          </a:r>
          <a:r>
            <a:rPr lang="en-US" sz="1600" kern="1200" dirty="0" err="1"/>
            <a:t>d’une</a:t>
          </a:r>
          <a:r>
            <a:rPr lang="en-US" sz="1600" kern="1200" dirty="0"/>
            <a:t> table Année (</a:t>
          </a:r>
          <a:r>
            <a:rPr lang="en-US" sz="1600" kern="1200" dirty="0" err="1"/>
            <a:t>filtre</a:t>
          </a:r>
          <a:r>
            <a:rPr lang="en-US" sz="1600" kern="1200" dirty="0"/>
            <a:t> </a:t>
          </a:r>
          <a:r>
            <a:rPr lang="en-US" sz="1600" kern="1200" dirty="0" err="1"/>
            <a:t>temporel</a:t>
          </a:r>
          <a:r>
            <a:rPr lang="en-US" sz="1600" kern="1200" dirty="0"/>
            <a:t>)</a:t>
          </a:r>
        </a:p>
      </dsp:txBody>
      <dsp:txXfrm>
        <a:off x="31028" y="3460948"/>
        <a:ext cx="6128403" cy="573546"/>
      </dsp:txXfrm>
    </dsp:sp>
    <dsp:sp modelId="{01C6AA85-FE33-45D4-AD79-9E3F8C90C49F}">
      <dsp:nvSpPr>
        <dsp:cNvPr id="0" name=""/>
        <dsp:cNvSpPr/>
      </dsp:nvSpPr>
      <dsp:spPr>
        <a:xfrm>
          <a:off x="0" y="4111602"/>
          <a:ext cx="6190459" cy="635602"/>
        </a:xfrm>
        <a:prstGeom prst="round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/>
            <a:t>Création des relations en étoiles en vue d’optimiser la vitesse de la BD et  des requêtes</a:t>
          </a:r>
          <a:endParaRPr lang="en-US" sz="1600" kern="1200"/>
        </a:p>
      </dsp:txBody>
      <dsp:txXfrm>
        <a:off x="31028" y="4142630"/>
        <a:ext cx="6128403" cy="573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FF5B2-7D31-93DE-9FAC-82A2BA358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-228601"/>
            <a:ext cx="8001000" cy="2971801"/>
          </a:xfrm>
        </p:spPr>
        <p:txBody>
          <a:bodyPr/>
          <a:lstStyle/>
          <a:p>
            <a:pPr algn="ctr"/>
            <a:r>
              <a:rPr lang="fr-FR" b="1" dirty="0">
                <a:latin typeface="Aharoni" panose="02010803020104030203" pitchFamily="2" charset="-79"/>
                <a:cs typeface="Aharoni" panose="02010803020104030203" pitchFamily="2" charset="-79"/>
              </a:rPr>
              <a:t>Etude sur l’eau potable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503687-7596-3DC6-BE81-97E51C3D4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Tharinyan PATHMANATHAN</a:t>
            </a:r>
          </a:p>
        </p:txBody>
      </p:sp>
    </p:spTree>
    <p:extLst>
      <p:ext uri="{BB962C8B-B14F-4D97-AF65-F5344CB8AC3E}">
        <p14:creationId xmlns:p14="http://schemas.microsoft.com/office/powerpoint/2010/main" val="226496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84DB82-9561-2A80-2AD4-E1A94F49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90" y="685800"/>
            <a:ext cx="4818656" cy="4603749"/>
          </a:xfrm>
        </p:spPr>
        <p:txBody>
          <a:bodyPr>
            <a:normAutofit/>
          </a:bodyPr>
          <a:lstStyle/>
          <a:p>
            <a:pPr algn="r"/>
            <a:r>
              <a:rPr lang="fr-FR" sz="5200"/>
              <a:t>cONTEXTE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533C61-1069-1BA8-0009-D38FE1E48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51" y="685800"/>
            <a:ext cx="4878959" cy="460375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fr-FR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fr-FR" sz="1700" dirty="0">
                <a:solidFill>
                  <a:schemeClr val="tx1"/>
                </a:solidFill>
              </a:rPr>
              <a:t>En tant que consultant data </a:t>
            </a:r>
            <a:r>
              <a:rPr lang="fr-FR" sz="1700" dirty="0" err="1">
                <a:solidFill>
                  <a:schemeClr val="tx1"/>
                </a:solidFill>
              </a:rPr>
              <a:t>analyst</a:t>
            </a:r>
            <a:r>
              <a:rPr lang="fr-FR" sz="1700" dirty="0">
                <a:solidFill>
                  <a:schemeClr val="tx1"/>
                </a:solidFill>
              </a:rPr>
              <a:t> en mission dans l’ONG DWFA (</a:t>
            </a:r>
            <a:r>
              <a:rPr lang="fr-FR" sz="1700" dirty="0" err="1">
                <a:solidFill>
                  <a:schemeClr val="tx1"/>
                </a:solidFill>
              </a:rPr>
              <a:t>Drinking</a:t>
            </a:r>
            <a:r>
              <a:rPr lang="fr-FR" sz="1700" dirty="0">
                <a:solidFill>
                  <a:schemeClr val="tx1"/>
                </a:solidFill>
              </a:rPr>
              <a:t> Water For All) ; elle a pour ambition de donner accès à l’eau potable à tout le monde.</a:t>
            </a:r>
          </a:p>
          <a:p>
            <a:pPr marL="0" indent="0">
              <a:lnSpc>
                <a:spcPct val="90000"/>
              </a:lnSpc>
              <a:buNone/>
            </a:pPr>
            <a:endParaRPr lang="fr-FR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fr-FR" sz="1700" dirty="0">
                <a:solidFill>
                  <a:schemeClr val="tx1"/>
                </a:solidFill>
              </a:rPr>
              <a:t>DWFA présente 3 domaines d’expertise :</a:t>
            </a:r>
          </a:p>
          <a:p>
            <a:pPr fontAlgn="ctr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chemeClr val="tx1"/>
                </a:solidFill>
              </a:rPr>
              <a:t>Création de services d’accès à l’eau potable</a:t>
            </a:r>
          </a:p>
          <a:p>
            <a:pPr fontAlgn="ctr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chemeClr val="tx1"/>
                </a:solidFill>
              </a:rPr>
              <a:t>Modernisation de services d’accès à l’eau déjà existants</a:t>
            </a:r>
          </a:p>
          <a:p>
            <a:pPr fontAlgn="ctr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chemeClr val="tx1"/>
                </a:solidFill>
              </a:rPr>
              <a:t>Consulting auprès d’administrations/gouvernements à propos des politiques d’accès à l’eau</a:t>
            </a:r>
          </a:p>
          <a:p>
            <a:pPr>
              <a:lnSpc>
                <a:spcPct val="90000"/>
              </a:lnSpc>
            </a:pPr>
            <a:endParaRPr lang="fr-FR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8129873" cy="6858002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C7C7B19-1F67-A47F-7B91-A34EC1D5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8661" y="941424"/>
            <a:ext cx="3043896" cy="3248611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Traitement des données</a:t>
            </a:r>
          </a:p>
        </p:txBody>
      </p:sp>
      <p:graphicFrame>
        <p:nvGraphicFramePr>
          <p:cNvPr id="12" name="Espace réservé du contenu 2">
            <a:extLst>
              <a:ext uri="{FF2B5EF4-FFF2-40B4-BE49-F238E27FC236}">
                <a16:creationId xmlns:a16="http://schemas.microsoft.com/office/drawing/2014/main" id="{40748207-9AAE-5CF0-3EB4-1BD97E9B1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215704"/>
              </p:ext>
            </p:extLst>
          </p:nvPr>
        </p:nvGraphicFramePr>
        <p:xfrm>
          <a:off x="940645" y="941424"/>
          <a:ext cx="6190459" cy="4768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166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40" name="Straight Connector 21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94DF9A-EFC8-FC27-FBBF-DFB2BF2E5AB4}"/>
              </a:ext>
            </a:extLst>
          </p:cNvPr>
          <p:cNvSpPr txBox="1"/>
          <p:nvPr/>
        </p:nvSpPr>
        <p:spPr>
          <a:xfrm>
            <a:off x="684212" y="4487332"/>
            <a:ext cx="8534400" cy="1507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cap="all">
                <a:ln w="3175" cmpd="sng">
                  <a:noFill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Choix de l’outil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EEDD288-1C59-5B1A-927C-24C252F6DE73}"/>
              </a:ext>
            </a:extLst>
          </p:cNvPr>
          <p:cNvSpPr txBox="1"/>
          <p:nvPr/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/>
              <a:t>Choix se portant sur Power BI :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/>
              <a:t>Possibilité de faire plusieurs pages selon granularité(Monde/Continent/Pays)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/>
              <a:t>Simplicité d’intégration des données brut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/>
              <a:t>Similitude au Pack office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/>
              <a:t>Modification des données simple sous Power query editor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/>
              <a:t>Visualisation ludique et explicite pour les utilisateurs et intervenants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/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74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38FA0D-4BDC-FFF0-A893-660FCF83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Blue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print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4CF93D0-7A55-C3D0-AE84-F832BEDA7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20" y="675168"/>
            <a:ext cx="4544593" cy="36147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37696E2-3767-2611-66D0-E43DCAC1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837" y="597118"/>
            <a:ext cx="3957748" cy="379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7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B2AE3-FCEC-00F4-AD63-18C6C862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6CDF34-8A25-ED36-F9EE-A9626679A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85799"/>
            <a:ext cx="3747111" cy="4892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CONCLUSION</a:t>
            </a:r>
          </a:p>
        </p:txBody>
      </p:sp>
      <p:cxnSp>
        <p:nvCxnSpPr>
          <p:cNvPr id="64" name="Straight Connector 51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0783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1D56D0BD-0E1B-C5F1-71CC-7CACFC95109B}"/>
              </a:ext>
            </a:extLst>
          </p:cNvPr>
          <p:cNvSpPr txBox="1"/>
          <p:nvPr/>
        </p:nvSpPr>
        <p:spPr>
          <a:xfrm>
            <a:off x="4979962" y="685799"/>
            <a:ext cx="6288260" cy="489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/>
              <a:t>Afrique et </a:t>
            </a:r>
            <a:r>
              <a:rPr lang="en-US" dirty="0" err="1"/>
              <a:t>méditerranée</a:t>
            </a:r>
            <a:r>
              <a:rPr lang="en-US" dirty="0"/>
              <a:t> oriental </a:t>
            </a:r>
            <a:r>
              <a:rPr lang="en-US" dirty="0" err="1"/>
              <a:t>ont</a:t>
            </a:r>
            <a:r>
              <a:rPr lang="en-US" dirty="0"/>
              <a:t> des </a:t>
            </a:r>
            <a:r>
              <a:rPr lang="en-US" dirty="0" err="1"/>
              <a:t>taux</a:t>
            </a:r>
            <a:r>
              <a:rPr lang="en-US" dirty="0"/>
              <a:t> </a:t>
            </a:r>
            <a:r>
              <a:rPr lang="en-US" dirty="0" err="1"/>
              <a:t>d’accès</a:t>
            </a:r>
            <a:r>
              <a:rPr lang="en-US" dirty="0"/>
              <a:t> </a:t>
            </a:r>
            <a:r>
              <a:rPr lang="en-US" dirty="0" err="1"/>
              <a:t>l’eau</a:t>
            </a:r>
            <a:r>
              <a:rPr lang="en-US" dirty="0"/>
              <a:t> potable entre </a:t>
            </a:r>
            <a:r>
              <a:rPr lang="en-US" dirty="0">
                <a:highlight>
                  <a:srgbClr val="0000FF"/>
                </a:highlight>
              </a:rPr>
              <a:t>68% et 88</a:t>
            </a:r>
            <a:r>
              <a:rPr lang="en-US" dirty="0"/>
              <a:t>% =&gt; à aider pour </a:t>
            </a:r>
            <a:r>
              <a:rPr lang="en-US" dirty="0" err="1"/>
              <a:t>accès</a:t>
            </a:r>
            <a:r>
              <a:rPr lang="en-US" dirty="0"/>
              <a:t> à </a:t>
            </a:r>
            <a:r>
              <a:rPr lang="en-US" dirty="0" err="1"/>
              <a:t>l’eau</a:t>
            </a:r>
            <a:r>
              <a:rPr lang="en-US" dirty="0"/>
              <a:t>,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dirty="0" err="1"/>
              <a:t>qualité</a:t>
            </a:r>
            <a:r>
              <a:rPr lang="en-US" dirty="0"/>
              <a:t> de </a:t>
            </a:r>
            <a:r>
              <a:rPr lang="en-US" dirty="0" err="1"/>
              <a:t>l’eau</a:t>
            </a:r>
            <a:endParaRPr lang="en-US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/>
              <a:t>Asie du </a:t>
            </a:r>
            <a:r>
              <a:rPr lang="en-US" dirty="0" err="1"/>
              <a:t>sud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>
                <a:highlight>
                  <a:srgbClr val="0000FF"/>
                </a:highlight>
              </a:rPr>
              <a:t>a 91</a:t>
            </a:r>
            <a:r>
              <a:rPr lang="en-US" dirty="0"/>
              <a:t>% </a:t>
            </a:r>
            <a:r>
              <a:rPr lang="en-US" dirty="0" err="1"/>
              <a:t>accès</a:t>
            </a:r>
            <a:r>
              <a:rPr lang="en-US" dirty="0"/>
              <a:t> à </a:t>
            </a:r>
            <a:r>
              <a:rPr lang="en-US" dirty="0" err="1"/>
              <a:t>l’eau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8,2 % de </a:t>
            </a:r>
            <a:r>
              <a:rPr lang="en-US" dirty="0" err="1"/>
              <a:t>tx</a:t>
            </a:r>
            <a:r>
              <a:rPr lang="en-US" dirty="0"/>
              <a:t> de </a:t>
            </a:r>
            <a:r>
              <a:rPr lang="en-US" dirty="0" err="1"/>
              <a:t>mortalité</a:t>
            </a:r>
            <a:r>
              <a:rPr lang="en-US" dirty="0"/>
              <a:t> </a:t>
            </a:r>
            <a:r>
              <a:rPr lang="en-US" dirty="0" err="1"/>
              <a:t>liée</a:t>
            </a:r>
            <a:r>
              <a:rPr lang="en-US" dirty="0"/>
              <a:t> à </a:t>
            </a:r>
            <a:r>
              <a:rPr lang="en-US" dirty="0" err="1"/>
              <a:t>l’eau</a:t>
            </a:r>
            <a:r>
              <a:rPr lang="en-US" dirty="0"/>
              <a:t> </a:t>
            </a:r>
            <a:r>
              <a:rPr lang="en-US" dirty="0" err="1"/>
              <a:t>insalubre</a:t>
            </a:r>
            <a:r>
              <a:rPr lang="en-US" dirty="0"/>
              <a:t> =&gt; </a:t>
            </a:r>
            <a:r>
              <a:rPr lang="en-US" dirty="0" err="1"/>
              <a:t>Qualité</a:t>
            </a:r>
            <a:r>
              <a:rPr lang="en-US" dirty="0"/>
              <a:t> de </a:t>
            </a:r>
            <a:r>
              <a:rPr lang="en-US" dirty="0" err="1"/>
              <a:t>l’eau</a:t>
            </a:r>
            <a:r>
              <a:rPr lang="en-US" dirty="0"/>
              <a:t> à </a:t>
            </a:r>
            <a:r>
              <a:rPr lang="en-US" dirty="0" err="1"/>
              <a:t>améliorer</a:t>
            </a:r>
            <a:endParaRPr lang="en-US" dirty="0"/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/>
              <a:t>Attention à </a:t>
            </a:r>
            <a:r>
              <a:rPr lang="en-US" dirty="0" err="1"/>
              <a:t>ces</a:t>
            </a:r>
            <a:r>
              <a:rPr lang="en-US" dirty="0"/>
              <a:t> 3 continents </a:t>
            </a:r>
            <a:r>
              <a:rPr lang="en-US" dirty="0" err="1"/>
              <a:t>niveaux</a:t>
            </a:r>
            <a:r>
              <a:rPr lang="en-US" dirty="0"/>
              <a:t> </a:t>
            </a:r>
            <a:r>
              <a:rPr lang="en-US" dirty="0" err="1"/>
              <a:t>stabilité</a:t>
            </a:r>
            <a:r>
              <a:rPr lang="en-US" dirty="0"/>
              <a:t> politiques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 err="1"/>
              <a:t>Pacifique</a:t>
            </a:r>
            <a:r>
              <a:rPr lang="en-US" dirty="0"/>
              <a:t> de </a:t>
            </a:r>
            <a:r>
              <a:rPr lang="en-US" dirty="0" err="1"/>
              <a:t>l’ouest</a:t>
            </a:r>
            <a:r>
              <a:rPr lang="en-US" dirty="0"/>
              <a:t> de </a:t>
            </a:r>
            <a:r>
              <a:rPr lang="en-US" dirty="0" err="1"/>
              <a:t>même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stabilité</a:t>
            </a:r>
            <a:r>
              <a:rPr lang="en-US" dirty="0"/>
              <a:t> politique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>
                <a:highlight>
                  <a:srgbClr val="0000FF"/>
                </a:highlight>
              </a:rPr>
              <a:t>0,42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dirty="0"/>
              <a:t>Domaine 3 il faut </a:t>
            </a:r>
            <a:r>
              <a:rPr lang="en-US" dirty="0" err="1"/>
              <a:t>viser</a:t>
            </a:r>
            <a:r>
              <a:rPr lang="en-US" dirty="0"/>
              <a:t> les pays qui </a:t>
            </a:r>
            <a:r>
              <a:rPr lang="en-US" dirty="0" err="1"/>
              <a:t>ont</a:t>
            </a:r>
            <a:r>
              <a:rPr lang="en-US" dirty="0"/>
              <a:t> un </a:t>
            </a:r>
            <a:r>
              <a:rPr lang="en-US" dirty="0" err="1"/>
              <a:t>taux</a:t>
            </a:r>
            <a:r>
              <a:rPr lang="en-US" dirty="0"/>
              <a:t> </a:t>
            </a:r>
            <a:r>
              <a:rPr lang="en-US" dirty="0" err="1"/>
              <a:t>faible</a:t>
            </a:r>
            <a:r>
              <a:rPr lang="en-US" dirty="0"/>
              <a:t> </a:t>
            </a:r>
            <a:r>
              <a:rPr lang="en-US" dirty="0">
                <a:highlight>
                  <a:srgbClr val="0000FF"/>
                </a:highlight>
              </a:rPr>
              <a:t>sous 100 </a:t>
            </a:r>
            <a:r>
              <a:rPr lang="en-US" dirty="0" err="1"/>
              <a:t>mais</a:t>
            </a:r>
            <a:r>
              <a:rPr lang="en-US" dirty="0"/>
              <a:t> avec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stabilité</a:t>
            </a:r>
            <a:r>
              <a:rPr lang="en-US" dirty="0"/>
              <a:t> politique </a:t>
            </a:r>
            <a:r>
              <a:rPr lang="en-US" dirty="0" err="1"/>
              <a:t>assez</a:t>
            </a:r>
            <a:r>
              <a:rPr lang="en-US" dirty="0"/>
              <a:t> haut </a:t>
            </a:r>
            <a:r>
              <a:rPr lang="en-US" dirty="0">
                <a:highlight>
                  <a:srgbClr val="0000FF"/>
                </a:highlight>
              </a:rPr>
              <a:t>au dessus 0.5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84320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21450</TotalTime>
  <Words>285</Words>
  <Application>Microsoft Office PowerPoint</Application>
  <PresentationFormat>Grand écran</PresentationFormat>
  <Paragraphs>35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Aharoni</vt:lpstr>
      <vt:lpstr>Century Gothic</vt:lpstr>
      <vt:lpstr>Wingdings</vt:lpstr>
      <vt:lpstr>Wingdings 3</vt:lpstr>
      <vt:lpstr>Secteur</vt:lpstr>
      <vt:lpstr>Etude sur l’eau potable</vt:lpstr>
      <vt:lpstr>cONTEXTE</vt:lpstr>
      <vt:lpstr>Traitement des données</vt:lpstr>
      <vt:lpstr>Présentation PowerPoint</vt:lpstr>
      <vt:lpstr>Blue print</vt:lpstr>
      <vt:lpstr>CONCLUSION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Tharinyan PATHMANATHAN</dc:creator>
  <cp:lastModifiedBy>Tharinyan PATHMANATHAN</cp:lastModifiedBy>
  <cp:revision>1</cp:revision>
  <dcterms:created xsi:type="dcterms:W3CDTF">2025-09-29T05:40:31Z</dcterms:created>
  <dcterms:modified xsi:type="dcterms:W3CDTF">2025-12-18T20:23:30Z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6a12554-321c-45c3-b2fd-7e3f55c509d9_Enabled">
    <vt:lpwstr>true</vt:lpwstr>
  </property>
  <property fmtid="{D5CDD505-2E9C-101B-9397-08002B2CF9AE}" pid="3" name="MSIP_Label_56a12554-321c-45c3-b2fd-7e3f55c509d9_SetDate">
    <vt:lpwstr>2025-09-29T06:06:30Z</vt:lpwstr>
  </property>
  <property fmtid="{D5CDD505-2E9C-101B-9397-08002B2CF9AE}" pid="4" name="MSIP_Label_56a12554-321c-45c3-b2fd-7e3f55c509d9_Method">
    <vt:lpwstr>Privileged</vt:lpwstr>
  </property>
  <property fmtid="{D5CDD505-2E9C-101B-9397-08002B2CF9AE}" pid="5" name="MSIP_Label_56a12554-321c-45c3-b2fd-7e3f55c509d9_Name">
    <vt:lpwstr>56a12554-321c-45c3-b2fd-7e3f55c509d9</vt:lpwstr>
  </property>
  <property fmtid="{D5CDD505-2E9C-101B-9397-08002B2CF9AE}" pid="6" name="MSIP_Label_56a12554-321c-45c3-b2fd-7e3f55c509d9_SiteId">
    <vt:lpwstr>614f9c25-bffa-42c7-86d8-964101f55fa2</vt:lpwstr>
  </property>
  <property fmtid="{D5CDD505-2E9C-101B-9397-08002B2CF9AE}" pid="7" name="MSIP_Label_56a12554-321c-45c3-b2fd-7e3f55c509d9_ActionId">
    <vt:lpwstr>8002f7ed-f35e-4151-963a-6828d98bbd20</vt:lpwstr>
  </property>
  <property fmtid="{D5CDD505-2E9C-101B-9397-08002B2CF9AE}" pid="8" name="MSIP_Label_56a12554-321c-45c3-b2fd-7e3f55c509d9_ContentBits">
    <vt:lpwstr>0</vt:lpwstr>
  </property>
  <property fmtid="{D5CDD505-2E9C-101B-9397-08002B2CF9AE}" pid="9" name="MSIP_Label_56a12554-321c-45c3-b2fd-7e3f55c509d9_Tag">
    <vt:lpwstr>10, 0, 1, 1</vt:lpwstr>
  </property>
</Properties>
</file>