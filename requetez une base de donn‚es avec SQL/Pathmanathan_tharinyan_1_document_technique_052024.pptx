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90121597-0AEF-4DA2-B1DD-FAB6B84D563C}">
          <p14:sldIdLst>
            <p14:sldId id="256"/>
            <p14:sldId id="257"/>
            <p14:sldId id="258"/>
            <p14:sldId id="259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E9A577-FF22-6742-3D31-C7A7F5654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4CA3757-483F-169A-3532-01F51DA58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443C2F-D6E4-A4D5-774C-538F6CAFC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8EC2-E458-429B-9826-41CA469A904C}" type="datetimeFigureOut">
              <a:rPr lang="fr-FR" smtClean="0"/>
              <a:t>10/05/2024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25368C-3114-715D-420F-55C038178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1AC4D7-4F0A-CE3F-8600-ABF9A032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B67D-4DD4-4D3F-AF30-C7FBB2C68A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8938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4714E4-48CE-A23A-8E1C-B6AFA3BF3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4416C0-6B34-41AB-C1F5-0A317FCA4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6F4E94-6B14-CC4A-0BCB-D07E6219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8EC2-E458-429B-9826-41CA469A904C}" type="datetimeFigureOut">
              <a:rPr lang="fr-FR" smtClean="0"/>
              <a:t>10/05/2024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55B050-98C1-BCAA-A8E2-6FEF93765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98F7C-D19D-5DA4-586C-F6BFF5A7A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B67D-4DD4-4D3F-AF30-C7FBB2C68A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897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71BC2D-0437-AB13-5F30-84D8C7617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A8147E2-DFAB-FC74-4113-998ABE3F8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7A4A826-58A1-69CE-4524-F5EF5A886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8EC2-E458-429B-9826-41CA469A904C}" type="datetimeFigureOut">
              <a:rPr lang="fr-FR" smtClean="0"/>
              <a:t>10/05/2024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37B44B-8690-0BF4-48E0-01E95F53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DAF2C1-2DC2-1BA7-BB93-A4C04D2B4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B67D-4DD4-4D3F-AF30-C7FBB2C68A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982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5D43FD-C870-8BA9-8191-49AFD8EB2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4212A66-2F36-34D1-B6AF-1E9EAF7AF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DFB2BF6-C82A-4A76-0111-370B106F8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17DD71-BBE5-2529-7A15-19F2FEFDF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8EC2-E458-429B-9826-41CA469A904C}" type="datetimeFigureOut">
              <a:rPr lang="fr-FR" smtClean="0"/>
              <a:t>10/05/2024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566AB3-7FA0-0378-12B3-B1D7C32D8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3FE641C-6B6A-7978-5A14-ACFB5239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B67D-4DD4-4D3F-AF30-C7FBB2C68A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7567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4B581D-2EB3-8AA0-53C4-68FED9DB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4A840E-DD6B-9769-DAFA-5C24CAED8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8A1E5B0-0C00-EEA2-3E91-BA757995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54F5969-A6F6-D2E7-0197-1617F4881C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8687815-761C-E121-3BED-DD02E771D8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5145A83-A303-8508-2B02-72B53EB48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8EC2-E458-429B-9826-41CA469A904C}" type="datetimeFigureOut">
              <a:rPr lang="fr-FR" smtClean="0"/>
              <a:t>10/05/2024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E0FC3D3-D9A5-0060-BF1D-C04B03E0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7FC1832-AEAB-953F-93C7-020720B6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B67D-4DD4-4D3F-AF30-C7FBB2C68A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7448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68B297-060B-6F7B-140F-76AA92CD6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5222353-54B4-F406-CF7B-14FF6D04B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8EC2-E458-429B-9826-41CA469A904C}" type="datetimeFigureOut">
              <a:rPr lang="fr-FR" smtClean="0"/>
              <a:t>10/05/2024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7DFBDF5-51BD-2A1B-FD27-02477DB0F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1375C6C-5269-0046-07FE-48B8EB3B0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B67D-4DD4-4D3F-AF30-C7FBB2C68A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3921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CDF740E-902F-50B8-15A2-85CDCDBC7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8EC2-E458-429B-9826-41CA469A904C}" type="datetimeFigureOut">
              <a:rPr lang="fr-FR" smtClean="0"/>
              <a:t>10/05/2024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94D5728-B46E-8720-0B77-255D8E4C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333F36-43BF-6587-EACF-9E4BD6A1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B67D-4DD4-4D3F-AF30-C7FBB2C68A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575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D87735-A4F9-7D65-A5EC-047212D88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4B126E-6859-3BB3-2A90-A9AF8C93E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86BAC8-0AC5-42DE-7CF1-3ACF8AC0D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382851-7492-DC26-9069-71FA40CF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8EC2-E458-429B-9826-41CA469A904C}" type="datetimeFigureOut">
              <a:rPr lang="fr-FR" smtClean="0"/>
              <a:t>10/05/2024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C064CA-5C57-D0F4-2B41-04568B7D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28074A-16DE-FCB3-C93E-069E1722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B67D-4DD4-4D3F-AF30-C7FBB2C68A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6137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64266D-7AFB-3D3C-078D-5AE10FF6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753D7F3-F346-9662-A3C4-687E8C98DD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239E08-7FC9-E772-5D11-42B9333FA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B3BA3A3-98F2-F432-143D-DDA638FE5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8EC2-E458-429B-9826-41CA469A904C}" type="datetimeFigureOut">
              <a:rPr lang="fr-FR" smtClean="0"/>
              <a:t>10/05/2024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6BFD8E-41BF-6D31-3024-79C3C2669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E36C7EC-52F8-D17F-EF38-B247D46FC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B67D-4DD4-4D3F-AF30-C7FBB2C68A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3253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48A075-05CB-7752-C142-81183810A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4F9A2F-C58F-A47E-267E-F21A89E64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ABD94F-52CD-11EB-B7A3-DA1E41160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8EC2-E458-429B-9826-41CA469A904C}" type="datetimeFigureOut">
              <a:rPr lang="fr-FR" smtClean="0"/>
              <a:t>10/05/2024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194239-6B9C-BD6A-26E5-9A6DE9B9B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D6F5474-4EB1-E265-EC87-C99DE0004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B67D-4DD4-4D3F-AF30-C7FBB2C68A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51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386BE0B-9D7D-55E5-976C-CD92A25551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01164AE-C726-B9AB-2BD5-6F572125A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67548A-DE6F-A84D-96C9-954FC4132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A8EC2-E458-429B-9826-41CA469A904C}" type="datetimeFigureOut">
              <a:rPr lang="fr-FR" smtClean="0"/>
              <a:t>10/05/2024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73FB5F-4DA9-6A36-1755-05ADDE861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06FA9F-56D4-044C-A0CA-EE605ED4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1B67D-4DD4-4D3F-AF30-C7FBB2C68A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00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64904CB-B933-6D51-82A9-B74A518C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D8DDBFE-8EEB-37E8-AEE2-DEDF857C0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9DDC1B-E045-F758-F63B-662363D08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A8EC2-E458-429B-9826-41CA469A904C}" type="datetimeFigureOut">
              <a:rPr lang="fr-FR" smtClean="0"/>
              <a:t>10/05/2024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EB1B23-F08B-1A08-746B-4FD2AC9DD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C62D5B-4452-BE6E-5E8C-9A9A3773B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1B67D-4DD4-4D3F-AF30-C7FBB2C68AE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756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39669E-46A1-BA74-4B79-4F40158F8E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Projet SQL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1D78B3F-072F-642B-863E-D76DAC512D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sz="3600" b="1" i="0" dirty="0">
                <a:solidFill>
                  <a:srgbClr val="271A38"/>
                </a:solidFill>
                <a:effectLst/>
                <a:latin typeface="Inter"/>
              </a:rPr>
              <a:t>Requêtez une base de données avec SQL</a:t>
            </a:r>
          </a:p>
          <a:p>
            <a:r>
              <a:rPr lang="fr-FR" sz="3600" b="1" dirty="0">
                <a:solidFill>
                  <a:srgbClr val="271A38"/>
                </a:solidFill>
                <a:latin typeface="Inter"/>
              </a:rPr>
              <a:t>Document technique</a:t>
            </a:r>
            <a:endParaRPr lang="fr-FR" sz="3600" b="1" i="0" dirty="0">
              <a:solidFill>
                <a:srgbClr val="271A38"/>
              </a:solidFill>
              <a:effectLst/>
              <a:latin typeface="Inter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0249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F6DF04C-4686-5C2E-2790-7DE6417F4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Dictionnaire</a:t>
            </a:r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2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données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Espace réservé du contenu 4" descr="Une image contenant texte, capture d’écran, nombre, logiciel&#10;&#10;Description générée automatiquement">
            <a:extLst>
              <a:ext uri="{FF2B5EF4-FFF2-40B4-BE49-F238E27FC236}">
                <a16:creationId xmlns:a16="http://schemas.microsoft.com/office/drawing/2014/main" id="{78ED4F8F-86F8-75B3-3BDC-2F2E027598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5195" y="1675227"/>
            <a:ext cx="10101609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980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AD2C98-44F9-8F00-8BAF-C0A41E3F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Schéma relationnel</a:t>
            </a:r>
          </a:p>
        </p:txBody>
      </p:sp>
      <p:pic>
        <p:nvPicPr>
          <p:cNvPr id="5" name="Espace réservé du contenu 4" descr="Une image contenant texte, capture d’écran, nombre, Police&#10;&#10;Description générée automatiquement">
            <a:extLst>
              <a:ext uri="{FF2B5EF4-FFF2-40B4-BE49-F238E27FC236}">
                <a16:creationId xmlns:a16="http://schemas.microsoft.com/office/drawing/2014/main" id="{7BCF4706-B56A-78D7-2AEF-07178CE93B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992" y="1675227"/>
            <a:ext cx="8252015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04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06364A8-6544-D7BF-A18E-C3AF1BD1D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641752"/>
            <a:ext cx="4394200" cy="1323439"/>
          </a:xfrm>
        </p:spPr>
        <p:txBody>
          <a:bodyPr anchor="t">
            <a:norm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SQL générant les tables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5AD2012-77B4-A667-3437-5F1BB19EB5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3146400"/>
            <a:ext cx="4394200" cy="2454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Voici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les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requêtes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créant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 les tables “</a:t>
            </a:r>
            <a:r>
              <a:rPr lang="en-US" sz="2400" dirty="0" err="1">
                <a:solidFill>
                  <a:schemeClr val="bg1">
                    <a:alpha val="80000"/>
                  </a:schemeClr>
                </a:solidFill>
              </a:rPr>
              <a:t>Contrat</a:t>
            </a:r>
            <a:r>
              <a:rPr lang="en-US" sz="2400" dirty="0">
                <a:solidFill>
                  <a:schemeClr val="bg1">
                    <a:alpha val="80000"/>
                  </a:schemeClr>
                </a:solidFill>
              </a:rPr>
              <a:t>” et “Region”</a:t>
            </a:r>
          </a:p>
        </p:txBody>
      </p:sp>
      <p:pic>
        <p:nvPicPr>
          <p:cNvPr id="7" name="Image 6" descr="Une image contenant texte, logiciel, Icône d’ordinateur, Logiciel multimédia&#10;&#10;Description générée automatiquement">
            <a:extLst>
              <a:ext uri="{FF2B5EF4-FFF2-40B4-BE49-F238E27FC236}">
                <a16:creationId xmlns:a16="http://schemas.microsoft.com/office/drawing/2014/main" id="{D1085689-1798-3A1A-E615-0DE5F98ED5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2" b="-2"/>
          <a:stretch/>
        </p:blipFill>
        <p:spPr>
          <a:xfrm>
            <a:off x="5814060" y="2"/>
            <a:ext cx="6377940" cy="3333749"/>
          </a:xfrm>
          <a:custGeom>
            <a:avLst/>
            <a:gdLst/>
            <a:ahLst/>
            <a:cxnLst/>
            <a:rect l="l" t="t" r="r" b="b"/>
            <a:pathLst>
              <a:path w="6377940" h="3333749">
                <a:moveTo>
                  <a:pt x="0" y="0"/>
                </a:moveTo>
                <a:lnTo>
                  <a:pt x="6377940" y="0"/>
                </a:lnTo>
                <a:lnTo>
                  <a:pt x="6377940" y="3333749"/>
                </a:lnTo>
                <a:lnTo>
                  <a:pt x="174585" y="3333749"/>
                </a:lnTo>
                <a:lnTo>
                  <a:pt x="0" y="2202180"/>
                </a:lnTo>
                <a:close/>
              </a:path>
            </a:pathLst>
          </a:custGeom>
        </p:spPr>
      </p:pic>
      <p:pic>
        <p:nvPicPr>
          <p:cNvPr id="5" name="Espace réservé du contenu 4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E1AFE47B-678A-6D9A-15F3-BAF3CF591A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2" b="-1"/>
          <a:stretch/>
        </p:blipFill>
        <p:spPr>
          <a:xfrm>
            <a:off x="5814060" y="3524252"/>
            <a:ext cx="6377940" cy="3333748"/>
          </a:xfrm>
          <a:custGeom>
            <a:avLst/>
            <a:gdLst/>
            <a:ahLst/>
            <a:cxnLst/>
            <a:rect l="l" t="t" r="r" b="b"/>
            <a:pathLst>
              <a:path w="6377940" h="3333748">
                <a:moveTo>
                  <a:pt x="203977" y="0"/>
                </a:moveTo>
                <a:lnTo>
                  <a:pt x="6377940" y="0"/>
                </a:lnTo>
                <a:lnTo>
                  <a:pt x="6377940" y="3333748"/>
                </a:lnTo>
                <a:lnTo>
                  <a:pt x="0" y="3333748"/>
                </a:lnTo>
                <a:lnTo>
                  <a:pt x="525780" y="1931668"/>
                </a:lnTo>
                <a:lnTo>
                  <a:pt x="205740" y="11428"/>
                </a:lnTo>
                <a:close/>
              </a:path>
            </a:pathLst>
          </a:cu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64A290D-B7BC-40B4-AB97-0C801BCC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632358" y="544"/>
            <a:ext cx="874716" cy="6857455"/>
            <a:chOff x="5632358" y="544"/>
            <a:chExt cx="874716" cy="6857455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C60D1EB-842B-4027-9728-E57314926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381000" dist="152400" dir="10800000" algn="l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4E103E5-C039-4EA4-843B-AD566B5C96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914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4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138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8446B12-7391-4711-8B31-112A0B89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9D23F0C-362B-D029-7E80-A5E2EA7D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428000"/>
            <a:ext cx="6143626" cy="1400400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3500" i="0" kern="120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la capture d’écran de votre base de données chargée</a:t>
            </a:r>
            <a:endParaRPr lang="en-US" sz="35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Image 6" descr="Une image contenant texte, capture d’écran, logiciel, Icône d’ordinateur&#10;&#10;Description générée automatiquement">
            <a:extLst>
              <a:ext uri="{FF2B5EF4-FFF2-40B4-BE49-F238E27FC236}">
                <a16:creationId xmlns:a16="http://schemas.microsoft.com/office/drawing/2014/main" id="{01866456-6CEF-921D-1689-50E24EA080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49" b="1"/>
          <a:stretch/>
        </p:blipFill>
        <p:spPr>
          <a:xfrm>
            <a:off x="6" y="-1"/>
            <a:ext cx="6000749" cy="3911828"/>
          </a:xfrm>
          <a:custGeom>
            <a:avLst/>
            <a:gdLst/>
            <a:ahLst/>
            <a:cxnLst/>
            <a:rect l="l" t="t" r="r" b="b"/>
            <a:pathLst>
              <a:path w="6000749" h="3911828">
                <a:moveTo>
                  <a:pt x="0" y="0"/>
                </a:moveTo>
                <a:lnTo>
                  <a:pt x="6000749" y="0"/>
                </a:lnTo>
                <a:lnTo>
                  <a:pt x="6000749" y="3767827"/>
                </a:lnTo>
                <a:lnTo>
                  <a:pt x="5572124" y="3740378"/>
                </a:lnTo>
                <a:lnTo>
                  <a:pt x="0" y="3911828"/>
                </a:lnTo>
                <a:close/>
              </a:path>
            </a:pathLst>
          </a:custGeom>
        </p:spPr>
      </p:pic>
      <p:pic>
        <p:nvPicPr>
          <p:cNvPr id="5" name="Espace réservé du contenu 4" descr="Une image contenant texte, logiciel, Icône d’ordinateur, Logiciel multimédia&#10;&#10;Description générée automatiquement">
            <a:extLst>
              <a:ext uri="{FF2B5EF4-FFF2-40B4-BE49-F238E27FC236}">
                <a16:creationId xmlns:a16="http://schemas.microsoft.com/office/drawing/2014/main" id="{7076229D-5C3D-6299-7186-442D4D104F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378" b="-2"/>
          <a:stretch/>
        </p:blipFill>
        <p:spPr>
          <a:xfrm>
            <a:off x="6191245" y="-1"/>
            <a:ext cx="6000750" cy="3988028"/>
          </a:xfrm>
          <a:custGeom>
            <a:avLst/>
            <a:gdLst/>
            <a:ahLst/>
            <a:cxnLst/>
            <a:rect l="l" t="t" r="r" b="b"/>
            <a:pathLst>
              <a:path w="6000750" h="3988028">
                <a:moveTo>
                  <a:pt x="0" y="0"/>
                </a:moveTo>
                <a:lnTo>
                  <a:pt x="6000750" y="0"/>
                </a:lnTo>
                <a:lnTo>
                  <a:pt x="6000750" y="797153"/>
                </a:lnTo>
                <a:lnTo>
                  <a:pt x="6000750" y="2634343"/>
                </a:lnTo>
                <a:lnTo>
                  <a:pt x="6000750" y="3911828"/>
                </a:lnTo>
                <a:lnTo>
                  <a:pt x="3248025" y="3988028"/>
                </a:lnTo>
                <a:lnTo>
                  <a:pt x="0" y="378002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4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1388286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9522</TotalTime>
  <Words>42</Words>
  <Application>Microsoft Office PowerPoint</Application>
  <PresentationFormat>Grand écran</PresentationFormat>
  <Paragraphs>8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Inter</vt:lpstr>
      <vt:lpstr>Thème Office</vt:lpstr>
      <vt:lpstr>Projet SQL</vt:lpstr>
      <vt:lpstr>Dictionnaire de données</vt:lpstr>
      <vt:lpstr>Schéma relationnel</vt:lpstr>
      <vt:lpstr>SQL générant les tables</vt:lpstr>
      <vt:lpstr>la capture d’écran de votre base de données chargée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SQL</dc:title>
  <dc:creator>Tharinyan PATHMANATHAN</dc:creator>
  <cp:lastModifiedBy>Tharinyan PATHMANATHAN</cp:lastModifiedBy>
  <cp:revision>7</cp:revision>
  <dcterms:created xsi:type="dcterms:W3CDTF">2024-05-03T19:19:01Z</dcterms:created>
  <dcterms:modified xsi:type="dcterms:W3CDTF">2024-05-10T13:59:53Z</dcterms:modified>
</cp:coreProperties>
</file>